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14"/>
    <p:sldId id="259" r:id="rId44"/>
    <p:sldId id="260" r:id="rId45"/>
    <p:sldId id="261" r:id="rId46"/>
    <p:sldId id="262" r:id="rId47"/>
    <p:sldId id="263" r:id="rId48"/>
    <p:sldId id="264" r:id="rId49"/>
    <p:sldId id="265" r:id="rId50"/>
    <p:sldId id="266" r:id="rId51"/>
    <p:sldId id="258" r:id="rId36"/>
  </p:sldIdLst>
  <p:sldSz cx="12192000" cy="6858000"/>
  <p:notesSz cx="6858000" cy="9144000"/>
  <p:defaultTextStyle>
    <a:defPPr>
      <a:defRPr lang="en-M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EA2B4A-081E-FE47-97D2-08D5CBFC04BF}" v="445" dt="2025-08-07T00:22:55.4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32"/>
    <p:restoredTop sz="91509"/>
  </p:normalViewPr>
  <p:slideViewPr>
    <p:cSldViewPr snapToGrid="0">
      <p:cViewPr varScale="1">
        <p:scale>
          <a:sx n="82" d="100"/>
          <a:sy n="82" d="100"/>
        </p:scale>
        <p:origin x="48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14" Type="http://schemas.openxmlformats.org/officeDocument/2006/relationships/slide" Target="slides/slide2.xml"/><Relationship Id="rId36" Type="http://schemas.openxmlformats.org/officeDocument/2006/relationships/slide" Target="slides/slide11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Relationship Id="rId42" Type="http://schemas.microsoft.com/office/2016/11/relationships/changesInfo" Target="changesInfos/changesInfo1.xml"/><Relationship Id="rId43" Type="http://schemas.microsoft.com/office/2015/10/relationships/revisionInfo" Target="revisionInfo.xml"/><Relationship Id="rId44" Type="http://schemas.openxmlformats.org/officeDocument/2006/relationships/slide" Target="slides/slide3.xml"/><Relationship Id="rId45" Type="http://schemas.openxmlformats.org/officeDocument/2006/relationships/slide" Target="slides/slide4.xml"/><Relationship Id="rId46" Type="http://schemas.openxmlformats.org/officeDocument/2006/relationships/slide" Target="slides/slide5.xml"/><Relationship Id="rId47" Type="http://schemas.openxmlformats.org/officeDocument/2006/relationships/slide" Target="slides/slide6.xml"/><Relationship Id="rId48" Type="http://schemas.openxmlformats.org/officeDocument/2006/relationships/slide" Target="slides/slide7.xml"/><Relationship Id="rId49" Type="http://schemas.openxmlformats.org/officeDocument/2006/relationships/slide" Target="slides/slide8.xml"/><Relationship Id="rId50" Type="http://schemas.openxmlformats.org/officeDocument/2006/relationships/slide" Target="slides/slide9.xml"/><Relationship Id="rId51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CKO Alhadji A" userId="0eb29ad06ba79da2" providerId="LiveId" clId="{8BEA2B4A-081E-FE47-97D2-08D5CBFC04BF}"/>
    <pc:docChg chg="undo custSel addSld delSld modSld sldOrd">
      <pc:chgData name="DICKO Alhadji A" userId="0eb29ad06ba79da2" providerId="LiveId" clId="{8BEA2B4A-081E-FE47-97D2-08D5CBFC04BF}" dt="2025-08-07T00:38:44.081" v="1751" actId="20577"/>
      <pc:docMkLst>
        <pc:docMk/>
      </pc:docMkLst>
      <pc:sldChg chg="modSp mod">
        <pc:chgData name="DICKO Alhadji A" userId="0eb29ad06ba79da2" providerId="LiveId" clId="{8BEA2B4A-081E-FE47-97D2-08D5CBFC04BF}" dt="2025-08-06T22:59:02.923" v="1351" actId="20577"/>
        <pc:sldMkLst>
          <pc:docMk/>
          <pc:sldMk cId="4227113661" sldId="256"/>
        </pc:sldMkLst>
        <pc:spChg chg="mod">
          <ac:chgData name="DICKO Alhadji A" userId="0eb29ad06ba79da2" providerId="LiveId" clId="{8BEA2B4A-081E-FE47-97D2-08D5CBFC04BF}" dt="2025-08-06T22:59:02.923" v="1351" actId="20577"/>
          <ac:spMkLst>
            <pc:docMk/>
            <pc:sldMk cId="4227113661" sldId="256"/>
            <ac:spMk id="3" creationId="{6B6A9DC9-D3FD-28C9-2EC0-CB3DF3D8326C}"/>
          </ac:spMkLst>
        </pc:spChg>
      </pc:sldChg>
      <pc:sldChg chg="modSp mod">
        <pc:chgData name="DICKO Alhadji A" userId="0eb29ad06ba79da2" providerId="LiveId" clId="{8BEA2B4A-081E-FE47-97D2-08D5CBFC04BF}" dt="2025-08-04T16:28:33.221" v="1317" actId="20577"/>
        <pc:sldMkLst>
          <pc:docMk/>
          <pc:sldMk cId="1514066917" sldId="257"/>
        </pc:sldMkLst>
        <pc:spChg chg="mod">
          <ac:chgData name="DICKO Alhadji A" userId="0eb29ad06ba79da2" providerId="LiveId" clId="{8BEA2B4A-081E-FE47-97D2-08D5CBFC04BF}" dt="2025-08-04T16:28:33.221" v="1317" actId="20577"/>
          <ac:spMkLst>
            <pc:docMk/>
            <pc:sldMk cId="1514066917" sldId="257"/>
            <ac:spMk id="2" creationId="{14F64AE1-85DE-0125-F095-E2903955CA5A}"/>
          </ac:spMkLst>
        </pc:spChg>
      </pc:sldChg>
      <pc:sldChg chg="addSp delSp modSp mod">
        <pc:chgData name="DICKO Alhadji A" userId="0eb29ad06ba79da2" providerId="LiveId" clId="{8BEA2B4A-081E-FE47-97D2-08D5CBFC04BF}" dt="2025-08-04T13:39:50.236" v="439" actId="478"/>
        <pc:sldMkLst>
          <pc:docMk/>
          <pc:sldMk cId="2069841348" sldId="258"/>
        </pc:sldMkLst>
        <pc:spChg chg="mod">
          <ac:chgData name="DICKO Alhadji A" userId="0eb29ad06ba79da2" providerId="LiveId" clId="{8BEA2B4A-081E-FE47-97D2-08D5CBFC04BF}" dt="2025-08-04T13:08:06.469" v="124" actId="207"/>
          <ac:spMkLst>
            <pc:docMk/>
            <pc:sldMk cId="2069841348" sldId="258"/>
            <ac:spMk id="2" creationId="{408E3128-A301-B87C-829D-A76B347D557E}"/>
          </ac:spMkLst>
        </pc:spChg>
        <pc:picChg chg="add mod">
          <ac:chgData name="DICKO Alhadji A" userId="0eb29ad06ba79da2" providerId="LiveId" clId="{8BEA2B4A-081E-FE47-97D2-08D5CBFC04BF}" dt="2025-08-04T13:16:56.317" v="237" actId="14100"/>
          <ac:picMkLst>
            <pc:docMk/>
            <pc:sldMk cId="2069841348" sldId="258"/>
            <ac:picMk id="9" creationId="{EFC62566-0926-168B-C897-B1334E52D44C}"/>
          </ac:picMkLst>
        </pc:picChg>
      </pc:sldChg>
      <pc:sldChg chg="addSp modSp mod">
        <pc:chgData name="DICKO Alhadji A" userId="0eb29ad06ba79da2" providerId="LiveId" clId="{8BEA2B4A-081E-FE47-97D2-08D5CBFC04BF}" dt="2025-08-04T16:33:06.754" v="1349" actId="20577"/>
        <pc:sldMkLst>
          <pc:docMk/>
          <pc:sldMk cId="1394580731" sldId="259"/>
        </pc:sldMkLst>
        <pc:spChg chg="mod">
          <ac:chgData name="DICKO Alhadji A" userId="0eb29ad06ba79da2" providerId="LiveId" clId="{8BEA2B4A-081E-FE47-97D2-08D5CBFC04BF}" dt="2025-08-04T16:33:06.754" v="1349" actId="20577"/>
          <ac:spMkLst>
            <pc:docMk/>
            <pc:sldMk cId="1394580731" sldId="259"/>
            <ac:spMk id="2" creationId="{62B402FE-488C-6B33-AA33-F3C0704BE983}"/>
          </ac:spMkLst>
        </pc:spChg>
        <pc:spChg chg="add mod">
          <ac:chgData name="DICKO Alhadji A" userId="0eb29ad06ba79da2" providerId="LiveId" clId="{8BEA2B4A-081E-FE47-97D2-08D5CBFC04BF}" dt="2025-08-04T13:07:28.586" v="119"/>
          <ac:spMkLst>
            <pc:docMk/>
            <pc:sldMk cId="1394580731" sldId="259"/>
            <ac:spMk id="3" creationId="{D83A07E8-61BC-8826-8301-B8D2CBB689B0}"/>
          </ac:spMkLst>
        </pc:spChg>
      </pc:sldChg>
      <pc:sldChg chg="new del">
        <pc:chgData name="DICKO Alhadji A" userId="0eb29ad06ba79da2" providerId="LiveId" clId="{8BEA2B4A-081E-FE47-97D2-08D5CBFC04BF}" dt="2025-08-02T23:58:17.479" v="18" actId="2696"/>
        <pc:sldMkLst>
          <pc:docMk/>
          <pc:sldMk cId="602670756" sldId="260"/>
        </pc:sldMkLst>
      </pc:sldChg>
      <pc:sldChg chg="addSp delSp modSp add mod">
        <pc:chgData name="DICKO Alhadji A" userId="0eb29ad06ba79da2" providerId="LiveId" clId="{8BEA2B4A-081E-FE47-97D2-08D5CBFC04BF}" dt="2025-08-04T13:08:10.493" v="125" actId="207"/>
        <pc:sldMkLst>
          <pc:docMk/>
          <pc:sldMk cId="3649500191" sldId="260"/>
        </pc:sldMkLst>
        <pc:spChg chg="mod">
          <ac:chgData name="DICKO Alhadji A" userId="0eb29ad06ba79da2" providerId="LiveId" clId="{8BEA2B4A-081E-FE47-97D2-08D5CBFC04BF}" dt="2025-08-04T13:08:10.493" v="125" actId="207"/>
          <ac:spMkLst>
            <pc:docMk/>
            <pc:sldMk cId="3649500191" sldId="260"/>
            <ac:spMk id="2" creationId="{8A1E29E5-9942-F323-4DED-2D60F99DCD63}"/>
          </ac:spMkLst>
        </pc:spChg>
        <pc:spChg chg="mod">
          <ac:chgData name="DICKO Alhadji A" userId="0eb29ad06ba79da2" providerId="LiveId" clId="{8BEA2B4A-081E-FE47-97D2-08D5CBFC04BF}" dt="2025-08-04T13:06:51.379" v="116" actId="14100"/>
          <ac:spMkLst>
            <pc:docMk/>
            <pc:sldMk cId="3649500191" sldId="260"/>
            <ac:spMk id="7" creationId="{0F93D453-5A05-C661-4A34-459FB9B0F30A}"/>
          </ac:spMkLst>
        </pc:spChg>
        <pc:picChg chg="add mod">
          <ac:chgData name="DICKO Alhadji A" userId="0eb29ad06ba79da2" providerId="LiveId" clId="{8BEA2B4A-081E-FE47-97D2-08D5CBFC04BF}" dt="2025-08-04T13:06:24.915" v="112" actId="167"/>
          <ac:picMkLst>
            <pc:docMk/>
            <pc:sldMk cId="3649500191" sldId="260"/>
            <ac:picMk id="3" creationId="{4D585BCD-6192-F136-0C0B-C26292B749E3}"/>
          </ac:picMkLst>
        </pc:picChg>
      </pc:sldChg>
      <pc:sldChg chg="addSp delSp modSp add mod ord">
        <pc:chgData name="DICKO Alhadji A" userId="0eb29ad06ba79da2" providerId="LiveId" clId="{8BEA2B4A-081E-FE47-97D2-08D5CBFC04BF}" dt="2025-08-04T16:28:46.050" v="1319" actId="20577"/>
        <pc:sldMkLst>
          <pc:docMk/>
          <pc:sldMk cId="949254900" sldId="261"/>
        </pc:sldMkLst>
        <pc:spChg chg="mod">
          <ac:chgData name="DICKO Alhadji A" userId="0eb29ad06ba79da2" providerId="LiveId" clId="{8BEA2B4A-081E-FE47-97D2-08D5CBFC04BF}" dt="2025-08-04T16:28:46.050" v="1319" actId="20577"/>
          <ac:spMkLst>
            <pc:docMk/>
            <pc:sldMk cId="949254900" sldId="261"/>
            <ac:spMk id="2" creationId="{E7AAD65A-032E-8DA0-EC86-3AD18DACE75B}"/>
          </ac:spMkLst>
        </pc:spChg>
        <pc:spChg chg="mod">
          <ac:chgData name="DICKO Alhadji A" userId="0eb29ad06ba79da2" providerId="LiveId" clId="{8BEA2B4A-081E-FE47-97D2-08D5CBFC04BF}" dt="2025-08-04T13:12:37.502" v="179" actId="1036"/>
          <ac:spMkLst>
            <pc:docMk/>
            <pc:sldMk cId="949254900" sldId="261"/>
            <ac:spMk id="7" creationId="{A641ADD0-B684-2884-7E4B-2193AAC39540}"/>
          </ac:spMkLst>
        </pc:spChg>
        <pc:picChg chg="add mod">
          <ac:chgData name="DICKO Alhadji A" userId="0eb29ad06ba79da2" providerId="LiveId" clId="{8BEA2B4A-081E-FE47-97D2-08D5CBFC04BF}" dt="2025-08-04T13:12:16.314" v="168" actId="1076"/>
          <ac:picMkLst>
            <pc:docMk/>
            <pc:sldMk cId="949254900" sldId="261"/>
            <ac:picMk id="3" creationId="{6AC12EAB-A4E0-DE82-945A-1A7ECFD20CA8}"/>
          </ac:picMkLst>
        </pc:picChg>
      </pc:sldChg>
      <pc:sldChg chg="addSp delSp modSp add mod ord modAnim">
        <pc:chgData name="DICKO Alhadji A" userId="0eb29ad06ba79da2" providerId="LiveId" clId="{8BEA2B4A-081E-FE47-97D2-08D5CBFC04BF}" dt="2025-08-07T00:05:53.047" v="1695"/>
        <pc:sldMkLst>
          <pc:docMk/>
          <pc:sldMk cId="1819210838" sldId="262"/>
        </pc:sldMkLst>
        <pc:spChg chg="mod">
          <ac:chgData name="DICKO Alhadji A" userId="0eb29ad06ba79da2" providerId="LiveId" clId="{8BEA2B4A-081E-FE47-97D2-08D5CBFC04BF}" dt="2025-08-04T16:29:11.646" v="1332" actId="20577"/>
          <ac:spMkLst>
            <pc:docMk/>
            <pc:sldMk cId="1819210838" sldId="262"/>
            <ac:spMk id="2" creationId="{A8539B20-D7CA-85D4-52E5-74BBDA378067}"/>
          </ac:spMkLst>
        </pc:spChg>
        <pc:spChg chg="add mod">
          <ac:chgData name="DICKO Alhadji A" userId="0eb29ad06ba79da2" providerId="LiveId" clId="{8BEA2B4A-081E-FE47-97D2-08D5CBFC04BF}" dt="2025-08-04T16:24:23.852" v="1313" actId="208"/>
          <ac:spMkLst>
            <pc:docMk/>
            <pc:sldMk cId="1819210838" sldId="262"/>
            <ac:spMk id="11" creationId="{FF25288B-288B-3547-E92A-9F32B49AD1F7}"/>
          </ac:spMkLst>
        </pc:spChg>
        <pc:picChg chg="add del mod">
          <ac:chgData name="DICKO Alhadji A" userId="0eb29ad06ba79da2" providerId="LiveId" clId="{8BEA2B4A-081E-FE47-97D2-08D5CBFC04BF}" dt="2025-08-06T23:24:52.072" v="1353" actId="478"/>
          <ac:picMkLst>
            <pc:docMk/>
            <pc:sldMk cId="1819210838" sldId="262"/>
            <ac:picMk id="3" creationId="{47F4561C-096E-A0BD-B1B0-D9F71CDB89F2}"/>
          </ac:picMkLst>
        </pc:picChg>
        <pc:picChg chg="add mod">
          <ac:chgData name="DICKO Alhadji A" userId="0eb29ad06ba79da2" providerId="LiveId" clId="{8BEA2B4A-081E-FE47-97D2-08D5CBFC04BF}" dt="2025-08-06T23:29:49.066" v="1369" actId="1076"/>
          <ac:picMkLst>
            <pc:docMk/>
            <pc:sldMk cId="1819210838" sldId="262"/>
            <ac:picMk id="5" creationId="{D6486BB2-20F3-20CF-E578-19A7DD279D04}"/>
          </ac:picMkLst>
        </pc:picChg>
        <pc:picChg chg="add del mod">
          <ac:chgData name="DICKO Alhadji A" userId="0eb29ad06ba79da2" providerId="LiveId" clId="{8BEA2B4A-081E-FE47-97D2-08D5CBFC04BF}" dt="2025-08-06T23:29:33.201" v="1367" actId="21"/>
          <ac:picMkLst>
            <pc:docMk/>
            <pc:sldMk cId="1819210838" sldId="262"/>
            <ac:picMk id="7" creationId="{1E31B050-E601-451B-5AFC-CED8FEC8C67A}"/>
          </ac:picMkLst>
        </pc:picChg>
        <pc:picChg chg="add mod">
          <ac:chgData name="DICKO Alhadji A" userId="0eb29ad06ba79da2" providerId="LiveId" clId="{8BEA2B4A-081E-FE47-97D2-08D5CBFC04BF}" dt="2025-08-06T23:30:06.415" v="1372" actId="1076"/>
          <ac:picMkLst>
            <pc:docMk/>
            <pc:sldMk cId="1819210838" sldId="262"/>
            <ac:picMk id="9" creationId="{717A4FF8-ED46-39B8-99F6-39B19BECA5F7}"/>
          </ac:picMkLst>
        </pc:picChg>
        <pc:picChg chg="add del mod">
          <ac:chgData name="DICKO Alhadji A" userId="0eb29ad06ba79da2" providerId="LiveId" clId="{8BEA2B4A-081E-FE47-97D2-08D5CBFC04BF}" dt="2025-08-06T23:50:53.665" v="1388" actId="478"/>
          <ac:picMkLst>
            <pc:docMk/>
            <pc:sldMk cId="1819210838" sldId="262"/>
            <ac:picMk id="12" creationId="{F350FD5E-401A-A45D-855B-4DACC262AD58}"/>
          </ac:picMkLst>
        </pc:picChg>
        <pc:picChg chg="add mod">
          <ac:chgData name="DICKO Alhadji A" userId="0eb29ad06ba79da2" providerId="LiveId" clId="{8BEA2B4A-081E-FE47-97D2-08D5CBFC04BF}" dt="2025-08-07T00:05:03.438" v="1692"/>
          <ac:picMkLst>
            <pc:docMk/>
            <pc:sldMk cId="1819210838" sldId="262"/>
            <ac:picMk id="1026" creationId="{3D907FB9-0023-92E5-E53F-CDDC46AF9A49}"/>
          </ac:picMkLst>
        </pc:picChg>
        <pc:picChg chg="add del mod">
          <ac:chgData name="DICKO Alhadji A" userId="0eb29ad06ba79da2" providerId="LiveId" clId="{8BEA2B4A-081E-FE47-97D2-08D5CBFC04BF}" dt="2025-08-06T23:56:28.005" v="1403" actId="21"/>
          <ac:picMkLst>
            <pc:docMk/>
            <pc:sldMk cId="1819210838" sldId="262"/>
            <ac:picMk id="1028" creationId="{44520BE3-B0CC-3127-1C70-04B5613911EB}"/>
          </ac:picMkLst>
        </pc:picChg>
      </pc:sldChg>
      <pc:sldChg chg="addSp delSp modSp add mod">
        <pc:chgData name="DICKO Alhadji A" userId="0eb29ad06ba79da2" providerId="LiveId" clId="{8BEA2B4A-081E-FE47-97D2-08D5CBFC04BF}" dt="2025-08-04T16:28:50.786" v="1321" actId="20577"/>
        <pc:sldMkLst>
          <pc:docMk/>
          <pc:sldMk cId="2442490753" sldId="263"/>
        </pc:sldMkLst>
        <pc:spChg chg="mod">
          <ac:chgData name="DICKO Alhadji A" userId="0eb29ad06ba79da2" providerId="LiveId" clId="{8BEA2B4A-081E-FE47-97D2-08D5CBFC04BF}" dt="2025-08-04T16:28:50.786" v="1321" actId="20577"/>
          <ac:spMkLst>
            <pc:docMk/>
            <pc:sldMk cId="2442490753" sldId="263"/>
            <ac:spMk id="2" creationId="{C2A01531-75BC-A5E3-41F3-CBEAB43ECCF7}"/>
          </ac:spMkLst>
        </pc:spChg>
        <pc:spChg chg="mod">
          <ac:chgData name="DICKO Alhadji A" userId="0eb29ad06ba79da2" providerId="LiveId" clId="{8BEA2B4A-081E-FE47-97D2-08D5CBFC04BF}" dt="2025-08-04T13:14:12.896" v="196" actId="20577"/>
          <ac:spMkLst>
            <pc:docMk/>
            <pc:sldMk cId="2442490753" sldId="263"/>
            <ac:spMk id="7" creationId="{943DB0D5-4A73-3A56-7B23-5AC9CECD319F}"/>
          </ac:spMkLst>
        </pc:spChg>
        <pc:picChg chg="add mod">
          <ac:chgData name="DICKO Alhadji A" userId="0eb29ad06ba79da2" providerId="LiveId" clId="{8BEA2B4A-081E-FE47-97D2-08D5CBFC04BF}" dt="2025-08-04T13:15:11.026" v="202" actId="14100"/>
          <ac:picMkLst>
            <pc:docMk/>
            <pc:sldMk cId="2442490753" sldId="263"/>
            <ac:picMk id="5" creationId="{88B7E38C-0FEE-2A9C-B866-B89821436706}"/>
          </ac:picMkLst>
        </pc:picChg>
      </pc:sldChg>
      <pc:sldChg chg="addSp delSp modSp add mod">
        <pc:chgData name="DICKO Alhadji A" userId="0eb29ad06ba79da2" providerId="LiveId" clId="{8BEA2B4A-081E-FE47-97D2-08D5CBFC04BF}" dt="2025-08-06T23:15:48.497" v="1352" actId="33524"/>
        <pc:sldMkLst>
          <pc:docMk/>
          <pc:sldMk cId="1484260794" sldId="264"/>
        </pc:sldMkLst>
        <pc:spChg chg="mod">
          <ac:chgData name="DICKO Alhadji A" userId="0eb29ad06ba79da2" providerId="LiveId" clId="{8BEA2B4A-081E-FE47-97D2-08D5CBFC04BF}" dt="2025-08-04T16:28:54.205" v="1323" actId="20577"/>
          <ac:spMkLst>
            <pc:docMk/>
            <pc:sldMk cId="1484260794" sldId="264"/>
            <ac:spMk id="2" creationId="{E525F7DB-417D-ECDB-888C-8A1251B2BF54}"/>
          </ac:spMkLst>
        </pc:spChg>
        <pc:spChg chg="mod">
          <ac:chgData name="DICKO Alhadji A" userId="0eb29ad06ba79da2" providerId="LiveId" clId="{8BEA2B4A-081E-FE47-97D2-08D5CBFC04BF}" dt="2025-08-06T23:15:48.497" v="1352" actId="33524"/>
          <ac:spMkLst>
            <pc:docMk/>
            <pc:sldMk cId="1484260794" sldId="264"/>
            <ac:spMk id="7" creationId="{3452BAC7-0DFD-ABC1-F880-537E22507F1A}"/>
          </ac:spMkLst>
        </pc:spChg>
        <pc:picChg chg="add mod">
          <ac:chgData name="DICKO Alhadji A" userId="0eb29ad06ba79da2" providerId="LiveId" clId="{8BEA2B4A-081E-FE47-97D2-08D5CBFC04BF}" dt="2025-08-04T13:22:13.536" v="314" actId="1076"/>
          <ac:picMkLst>
            <pc:docMk/>
            <pc:sldMk cId="1484260794" sldId="264"/>
            <ac:picMk id="3" creationId="{C3385A9B-699E-E77A-5072-13F9B7185E78}"/>
          </ac:picMkLst>
        </pc:picChg>
      </pc:sldChg>
      <pc:sldChg chg="addSp delSp modSp add mod">
        <pc:chgData name="DICKO Alhadji A" userId="0eb29ad06ba79da2" providerId="LiveId" clId="{8BEA2B4A-081E-FE47-97D2-08D5CBFC04BF}" dt="2025-08-04T16:28:58.799" v="1325" actId="20577"/>
        <pc:sldMkLst>
          <pc:docMk/>
          <pc:sldMk cId="3129931649" sldId="265"/>
        </pc:sldMkLst>
        <pc:spChg chg="mod">
          <ac:chgData name="DICKO Alhadji A" userId="0eb29ad06ba79da2" providerId="LiveId" clId="{8BEA2B4A-081E-FE47-97D2-08D5CBFC04BF}" dt="2025-08-04T16:28:58.799" v="1325" actId="20577"/>
          <ac:spMkLst>
            <pc:docMk/>
            <pc:sldMk cId="3129931649" sldId="265"/>
            <ac:spMk id="2" creationId="{836D2E67-325B-3996-59DD-65B17B6FA944}"/>
          </ac:spMkLst>
        </pc:spChg>
        <pc:spChg chg="mod">
          <ac:chgData name="DICKO Alhadji A" userId="0eb29ad06ba79da2" providerId="LiveId" clId="{8BEA2B4A-081E-FE47-97D2-08D5CBFC04BF}" dt="2025-08-04T13:35:13.025" v="388" actId="14100"/>
          <ac:spMkLst>
            <pc:docMk/>
            <pc:sldMk cId="3129931649" sldId="265"/>
            <ac:spMk id="7" creationId="{00143992-ECDE-6919-9A1E-C9CF98D3A1F9}"/>
          </ac:spMkLst>
        </pc:spChg>
        <pc:picChg chg="add mod">
          <ac:chgData name="DICKO Alhadji A" userId="0eb29ad06ba79da2" providerId="LiveId" clId="{8BEA2B4A-081E-FE47-97D2-08D5CBFC04BF}" dt="2025-08-04T13:34:36.576" v="363" actId="1076"/>
          <ac:picMkLst>
            <pc:docMk/>
            <pc:sldMk cId="3129931649" sldId="265"/>
            <ac:picMk id="5" creationId="{49E9D4CB-34F4-6BBB-50F3-165D7FDAAF58}"/>
          </ac:picMkLst>
        </pc:picChg>
      </pc:sldChg>
      <pc:sldChg chg="addSp delSp modSp add mod">
        <pc:chgData name="DICKO Alhadji A" userId="0eb29ad06ba79da2" providerId="LiveId" clId="{8BEA2B4A-081E-FE47-97D2-08D5CBFC04BF}" dt="2025-08-04T16:29:01.896" v="1327" actId="20577"/>
        <pc:sldMkLst>
          <pc:docMk/>
          <pc:sldMk cId="408760471" sldId="266"/>
        </pc:sldMkLst>
        <pc:spChg chg="mod">
          <ac:chgData name="DICKO Alhadji A" userId="0eb29ad06ba79da2" providerId="LiveId" clId="{8BEA2B4A-081E-FE47-97D2-08D5CBFC04BF}" dt="2025-08-04T16:29:01.896" v="1327" actId="20577"/>
          <ac:spMkLst>
            <pc:docMk/>
            <pc:sldMk cId="408760471" sldId="266"/>
            <ac:spMk id="2" creationId="{700E7333-77B3-6EBA-DA44-BF7BA6E31685}"/>
          </ac:spMkLst>
        </pc:spChg>
        <pc:picChg chg="add mod modCrop">
          <ac:chgData name="DICKO Alhadji A" userId="0eb29ad06ba79da2" providerId="LiveId" clId="{8BEA2B4A-081E-FE47-97D2-08D5CBFC04BF}" dt="2025-08-04T13:39:18.685" v="437" actId="14100"/>
          <ac:picMkLst>
            <pc:docMk/>
            <pc:sldMk cId="408760471" sldId="266"/>
            <ac:picMk id="3" creationId="{908DAD5C-A2AA-45A4-C93E-ACED814E62F1}"/>
          </ac:picMkLst>
        </pc:picChg>
      </pc:sldChg>
      <pc:sldChg chg="addSp delSp modSp add mod">
        <pc:chgData name="DICKO Alhadji A" userId="0eb29ad06ba79da2" providerId="LiveId" clId="{8BEA2B4A-081E-FE47-97D2-08D5CBFC04BF}" dt="2025-08-04T16:29:06.347" v="1329" actId="20577"/>
        <pc:sldMkLst>
          <pc:docMk/>
          <pc:sldMk cId="2738827620" sldId="267"/>
        </pc:sldMkLst>
        <pc:spChg chg="mod">
          <ac:chgData name="DICKO Alhadji A" userId="0eb29ad06ba79da2" providerId="LiveId" clId="{8BEA2B4A-081E-FE47-97D2-08D5CBFC04BF}" dt="2025-08-04T16:29:06.347" v="1329" actId="20577"/>
          <ac:spMkLst>
            <pc:docMk/>
            <pc:sldMk cId="2738827620" sldId="267"/>
            <ac:spMk id="2" creationId="{64B64E04-4F49-0B21-2F8C-F2E4D325FF55}"/>
          </ac:spMkLst>
        </pc:spChg>
        <pc:picChg chg="add mod">
          <ac:chgData name="DICKO Alhadji A" userId="0eb29ad06ba79da2" providerId="LiveId" clId="{8BEA2B4A-081E-FE47-97D2-08D5CBFC04BF}" dt="2025-08-04T13:41:41.994" v="486" actId="1076"/>
          <ac:picMkLst>
            <pc:docMk/>
            <pc:sldMk cId="2738827620" sldId="267"/>
            <ac:picMk id="5" creationId="{2E400A7F-DE1C-AFA6-DC7B-A3A157786543}"/>
          </ac:picMkLst>
        </pc:picChg>
      </pc:sldChg>
      <pc:sldChg chg="delSp modSp add mod">
        <pc:chgData name="DICKO Alhadji A" userId="0eb29ad06ba79da2" providerId="LiveId" clId="{8BEA2B4A-081E-FE47-97D2-08D5CBFC04BF}" dt="2025-08-04T15:13:17.483" v="572" actId="20577"/>
        <pc:sldMkLst>
          <pc:docMk/>
          <pc:sldMk cId="3987182250" sldId="268"/>
        </pc:sldMkLst>
        <pc:spChg chg="mod">
          <ac:chgData name="DICKO Alhadji A" userId="0eb29ad06ba79da2" providerId="LiveId" clId="{8BEA2B4A-081E-FE47-97D2-08D5CBFC04BF}" dt="2025-08-04T15:13:17.483" v="572" actId="20577"/>
          <ac:spMkLst>
            <pc:docMk/>
            <pc:sldMk cId="3987182250" sldId="268"/>
            <ac:spMk id="7" creationId="{EA4558DE-AEE8-4727-5CEE-1AE7F141D6E4}"/>
          </ac:spMkLst>
        </pc:spChg>
      </pc:sldChg>
      <pc:sldChg chg="addSp delSp modSp add mod setBg modAnim">
        <pc:chgData name="DICKO Alhadji A" userId="0eb29ad06ba79da2" providerId="LiveId" clId="{8BEA2B4A-081E-FE47-97D2-08D5CBFC04BF}" dt="2025-08-07T00:06:32.972" v="1698"/>
        <pc:sldMkLst>
          <pc:docMk/>
          <pc:sldMk cId="1308710434" sldId="269"/>
        </pc:sldMkLst>
        <pc:spChg chg="mod">
          <ac:chgData name="DICKO Alhadji A" userId="0eb29ad06ba79da2" providerId="LiveId" clId="{8BEA2B4A-081E-FE47-97D2-08D5CBFC04BF}" dt="2025-08-04T16:29:18.245" v="1335" actId="20577"/>
          <ac:spMkLst>
            <pc:docMk/>
            <pc:sldMk cId="1308710434" sldId="269"/>
            <ac:spMk id="2" creationId="{9A2F9CA1-F38E-1218-FD97-F160E8D4B7E4}"/>
          </ac:spMkLst>
        </pc:spChg>
        <pc:spChg chg="add mod">
          <ac:chgData name="DICKO Alhadji A" userId="0eb29ad06ba79da2" providerId="LiveId" clId="{8BEA2B4A-081E-FE47-97D2-08D5CBFC04BF}" dt="2025-08-04T16:23:02.369" v="1305" actId="1035"/>
          <ac:spMkLst>
            <pc:docMk/>
            <pc:sldMk cId="1308710434" sldId="269"/>
            <ac:spMk id="12" creationId="{5ED8C4B1-0D38-D2E0-A4EF-830590AD6B69}"/>
          </ac:spMkLst>
        </pc:spChg>
        <pc:spChg chg="add del">
          <ac:chgData name="DICKO Alhadji A" userId="0eb29ad06ba79da2" providerId="LiveId" clId="{8BEA2B4A-081E-FE47-97D2-08D5CBFC04BF}" dt="2025-08-06T23:27:55.895" v="1361" actId="478"/>
          <ac:spMkLst>
            <pc:docMk/>
            <pc:sldMk cId="1308710434" sldId="269"/>
            <ac:spMk id="13" creationId="{52FFF862-58EC-E359-4FEC-D5D2A1329FC4}"/>
          </ac:spMkLst>
        </pc:spChg>
        <pc:picChg chg="add del mod">
          <ac:chgData name="DICKO Alhadji A" userId="0eb29ad06ba79da2" providerId="LiveId" clId="{8BEA2B4A-081E-FE47-97D2-08D5CBFC04BF}" dt="2025-08-06T23:33:42.518" v="1379" actId="478"/>
          <ac:picMkLst>
            <pc:docMk/>
            <pc:sldMk cId="1308710434" sldId="269"/>
            <ac:picMk id="3" creationId="{6F6ED03A-ADC7-A9A4-802A-322E7879AEA4}"/>
          </ac:picMkLst>
        </pc:picChg>
        <pc:picChg chg="add del mod modCrop">
          <ac:chgData name="DICKO Alhadji A" userId="0eb29ad06ba79da2" providerId="LiveId" clId="{8BEA2B4A-081E-FE47-97D2-08D5CBFC04BF}" dt="2025-08-06T23:27:33.800" v="1358" actId="478"/>
          <ac:picMkLst>
            <pc:docMk/>
            <pc:sldMk cId="1308710434" sldId="269"/>
            <ac:picMk id="5" creationId="{F8E437D4-5CE3-B0AE-7E7F-A2962BFEB239}"/>
          </ac:picMkLst>
        </pc:picChg>
        <pc:picChg chg="add del mod">
          <ac:chgData name="DICKO Alhadji A" userId="0eb29ad06ba79da2" providerId="LiveId" clId="{8BEA2B4A-081E-FE47-97D2-08D5CBFC04BF}" dt="2025-08-06T23:33:44.289" v="1380" actId="478"/>
          <ac:picMkLst>
            <pc:docMk/>
            <pc:sldMk cId="1308710434" sldId="269"/>
            <ac:picMk id="7" creationId="{67C4A36E-3A10-C10A-BCBE-C17FB812972A}"/>
          </ac:picMkLst>
        </pc:picChg>
        <pc:picChg chg="add del mod">
          <ac:chgData name="DICKO Alhadji A" userId="0eb29ad06ba79da2" providerId="LiveId" clId="{8BEA2B4A-081E-FE47-97D2-08D5CBFC04BF}" dt="2025-08-06T23:29:54.854" v="1370" actId="21"/>
          <ac:picMkLst>
            <pc:docMk/>
            <pc:sldMk cId="1308710434" sldId="269"/>
            <ac:picMk id="9" creationId="{3A7418AF-F882-D393-5306-40E07FD523E2}"/>
          </ac:picMkLst>
        </pc:picChg>
        <pc:picChg chg="add mod">
          <ac:chgData name="DICKO Alhadji A" userId="0eb29ad06ba79da2" providerId="LiveId" clId="{8BEA2B4A-081E-FE47-97D2-08D5CBFC04BF}" dt="2025-08-06T23:34:23.380" v="1383"/>
          <ac:picMkLst>
            <pc:docMk/>
            <pc:sldMk cId="1308710434" sldId="269"/>
            <ac:picMk id="11" creationId="{330683A0-8648-E9B6-B3D7-570D584CC9E3}"/>
          </ac:picMkLst>
        </pc:picChg>
        <pc:picChg chg="add mod">
          <ac:chgData name="DICKO Alhadji A" userId="0eb29ad06ba79da2" providerId="LiveId" clId="{8BEA2B4A-081E-FE47-97D2-08D5CBFC04BF}" dt="2025-08-06T23:34:23.380" v="1383"/>
          <ac:picMkLst>
            <pc:docMk/>
            <pc:sldMk cId="1308710434" sldId="269"/>
            <ac:picMk id="14" creationId="{F51EA738-40D7-9F63-67A8-1536133D1342}"/>
          </ac:picMkLst>
        </pc:picChg>
        <pc:picChg chg="add mod">
          <ac:chgData name="DICKO Alhadji A" userId="0eb29ad06ba79da2" providerId="LiveId" clId="{8BEA2B4A-081E-FE47-97D2-08D5CBFC04BF}" dt="2025-08-07T00:03:19.862" v="1478"/>
          <ac:picMkLst>
            <pc:docMk/>
            <pc:sldMk cId="1308710434" sldId="269"/>
            <ac:picMk id="15" creationId="{B7A84E21-F3D4-3D9D-95A7-E5F9EAC21BF4}"/>
          </ac:picMkLst>
        </pc:picChg>
      </pc:sldChg>
      <pc:sldChg chg="addSp modSp add mod">
        <pc:chgData name="DICKO Alhadji A" userId="0eb29ad06ba79da2" providerId="LiveId" clId="{8BEA2B4A-081E-FE47-97D2-08D5CBFC04BF}" dt="2025-08-04T15:18:59.611" v="620" actId="14100"/>
        <pc:sldMkLst>
          <pc:docMk/>
          <pc:sldMk cId="4009825359" sldId="270"/>
        </pc:sldMkLst>
        <pc:spChg chg="mod">
          <ac:chgData name="DICKO Alhadji A" userId="0eb29ad06ba79da2" providerId="LiveId" clId="{8BEA2B4A-081E-FE47-97D2-08D5CBFC04BF}" dt="2025-08-04T15:14:02.604" v="593" actId="20577"/>
          <ac:spMkLst>
            <pc:docMk/>
            <pc:sldMk cId="4009825359" sldId="270"/>
            <ac:spMk id="2" creationId="{DDCAF6BD-1933-3CD7-AAFF-D32537C1F31D}"/>
          </ac:spMkLst>
        </pc:spChg>
        <pc:spChg chg="add mod">
          <ac:chgData name="DICKO Alhadji A" userId="0eb29ad06ba79da2" providerId="LiveId" clId="{8BEA2B4A-081E-FE47-97D2-08D5CBFC04BF}" dt="2025-08-04T15:14:45.713" v="596" actId="113"/>
          <ac:spMkLst>
            <pc:docMk/>
            <pc:sldMk cId="4009825359" sldId="270"/>
            <ac:spMk id="5" creationId="{68FDC3AB-1A35-CA61-1201-16D0CE3B90A9}"/>
          </ac:spMkLst>
        </pc:spChg>
        <pc:spChg chg="mod">
          <ac:chgData name="DICKO Alhadji A" userId="0eb29ad06ba79da2" providerId="LiveId" clId="{8BEA2B4A-081E-FE47-97D2-08D5CBFC04BF}" dt="2025-08-04T15:18:59.611" v="620" actId="14100"/>
          <ac:spMkLst>
            <pc:docMk/>
            <pc:sldMk cId="4009825359" sldId="270"/>
            <ac:spMk id="7" creationId="{4938C9EE-E7B9-3937-3D05-18A1B2B44C33}"/>
          </ac:spMkLst>
        </pc:spChg>
        <pc:picChg chg="add mod">
          <ac:chgData name="DICKO Alhadji A" userId="0eb29ad06ba79da2" providerId="LiveId" clId="{8BEA2B4A-081E-FE47-97D2-08D5CBFC04BF}" dt="2025-08-04T15:15:56.128" v="598" actId="1076"/>
          <ac:picMkLst>
            <pc:docMk/>
            <pc:sldMk cId="4009825359" sldId="270"/>
            <ac:picMk id="9" creationId="{02952DE0-248F-CC67-245E-BCACFF0A6F46}"/>
          </ac:picMkLst>
        </pc:picChg>
      </pc:sldChg>
      <pc:sldChg chg="addSp modSp add mod ord">
        <pc:chgData name="DICKO Alhadji A" userId="0eb29ad06ba79da2" providerId="LiveId" clId="{8BEA2B4A-081E-FE47-97D2-08D5CBFC04BF}" dt="2025-08-07T00:38:44.081" v="1751" actId="20577"/>
        <pc:sldMkLst>
          <pc:docMk/>
          <pc:sldMk cId="173523777" sldId="271"/>
        </pc:sldMkLst>
        <pc:spChg chg="mod">
          <ac:chgData name="DICKO Alhadji A" userId="0eb29ad06ba79da2" providerId="LiveId" clId="{8BEA2B4A-081E-FE47-97D2-08D5CBFC04BF}" dt="2025-08-04T15:53:28.577" v="877" actId="20577"/>
          <ac:spMkLst>
            <pc:docMk/>
            <pc:sldMk cId="173523777" sldId="271"/>
            <ac:spMk id="2" creationId="{5FA8B493-4DF5-7B89-154A-B260E7EE8FAB}"/>
          </ac:spMkLst>
        </pc:spChg>
        <pc:spChg chg="mod">
          <ac:chgData name="DICKO Alhadji A" userId="0eb29ad06ba79da2" providerId="LiveId" clId="{8BEA2B4A-081E-FE47-97D2-08D5CBFC04BF}" dt="2025-08-07T00:38:44.081" v="1751" actId="20577"/>
          <ac:spMkLst>
            <pc:docMk/>
            <pc:sldMk cId="173523777" sldId="271"/>
            <ac:spMk id="7" creationId="{8FFA0DA8-1541-8208-DC77-9A65BD1492A2}"/>
          </ac:spMkLst>
        </pc:spChg>
        <pc:picChg chg="add mod">
          <ac:chgData name="DICKO Alhadji A" userId="0eb29ad06ba79da2" providerId="LiveId" clId="{8BEA2B4A-081E-FE47-97D2-08D5CBFC04BF}" dt="2025-08-04T15:55:30.164" v="901" actId="14100"/>
          <ac:picMkLst>
            <pc:docMk/>
            <pc:sldMk cId="173523777" sldId="271"/>
            <ac:picMk id="3" creationId="{CF7F679E-CB56-ADFF-5078-AFD2E9112A59}"/>
          </ac:picMkLst>
        </pc:picChg>
      </pc:sldChg>
      <pc:sldChg chg="addSp delSp modSp add mod">
        <pc:chgData name="DICKO Alhadji A" userId="0eb29ad06ba79da2" providerId="LiveId" clId="{8BEA2B4A-081E-FE47-97D2-08D5CBFC04BF}" dt="2025-08-04T15:21:02.035" v="641" actId="1035"/>
        <pc:sldMkLst>
          <pc:docMk/>
          <pc:sldMk cId="3614058625" sldId="272"/>
        </pc:sldMkLst>
        <pc:picChg chg="add mod">
          <ac:chgData name="DICKO Alhadji A" userId="0eb29ad06ba79da2" providerId="LiveId" clId="{8BEA2B4A-081E-FE47-97D2-08D5CBFC04BF}" dt="2025-08-04T15:21:02.035" v="641" actId="1035"/>
          <ac:picMkLst>
            <pc:docMk/>
            <pc:sldMk cId="3614058625" sldId="272"/>
            <ac:picMk id="12" creationId="{7503746D-5AAD-D0E5-09D4-0C7EA7DFD554}"/>
          </ac:picMkLst>
        </pc:picChg>
      </pc:sldChg>
      <pc:sldChg chg="addSp delSp modSp add mod ord delAnim modAnim">
        <pc:chgData name="DICKO Alhadji A" userId="0eb29ad06ba79da2" providerId="LiveId" clId="{8BEA2B4A-081E-FE47-97D2-08D5CBFC04BF}" dt="2025-08-07T00:17:55.077" v="1724"/>
        <pc:sldMkLst>
          <pc:docMk/>
          <pc:sldMk cId="3380621645" sldId="273"/>
        </pc:sldMkLst>
        <pc:spChg chg="mod">
          <ac:chgData name="DICKO Alhadji A" userId="0eb29ad06ba79da2" providerId="LiveId" clId="{8BEA2B4A-081E-FE47-97D2-08D5CBFC04BF}" dt="2025-08-04T15:25:25.741" v="677" actId="20577"/>
          <ac:spMkLst>
            <pc:docMk/>
            <pc:sldMk cId="3380621645" sldId="273"/>
            <ac:spMk id="2" creationId="{2C170D48-195F-3822-72C5-210FD20A3FAC}"/>
          </ac:spMkLst>
        </pc:spChg>
        <pc:spChg chg="mod">
          <ac:chgData name="DICKO Alhadji A" userId="0eb29ad06ba79da2" providerId="LiveId" clId="{8BEA2B4A-081E-FE47-97D2-08D5CBFC04BF}" dt="2025-08-04T15:24:05.277" v="654" actId="1076"/>
          <ac:spMkLst>
            <pc:docMk/>
            <pc:sldMk cId="3380621645" sldId="273"/>
            <ac:spMk id="7" creationId="{82FF243D-1A2C-B0EE-36B8-4E5DD1D1C180}"/>
          </ac:spMkLst>
        </pc:spChg>
        <pc:picChg chg="add mod">
          <ac:chgData name="DICKO Alhadji A" userId="0eb29ad06ba79da2" providerId="LiveId" clId="{8BEA2B4A-081E-FE47-97D2-08D5CBFC04BF}" dt="2025-08-07T00:17:32.671" v="1723" actId="14100"/>
          <ac:picMkLst>
            <pc:docMk/>
            <pc:sldMk cId="3380621645" sldId="273"/>
            <ac:picMk id="3" creationId="{D29F4BCD-5C00-9588-3871-F700C989AFD9}"/>
          </ac:picMkLst>
        </pc:picChg>
        <pc:picChg chg="add mod">
          <ac:chgData name="DICKO Alhadji A" userId="0eb29ad06ba79da2" providerId="LiveId" clId="{8BEA2B4A-081E-FE47-97D2-08D5CBFC04BF}" dt="2025-08-04T15:30:35.621" v="687" actId="14100"/>
          <ac:picMkLst>
            <pc:docMk/>
            <pc:sldMk cId="3380621645" sldId="273"/>
            <ac:picMk id="11" creationId="{9989E6FC-A5C7-ACBC-97E7-88ADC2873AE4}"/>
          </ac:picMkLst>
        </pc:picChg>
        <pc:picChg chg="add del mod">
          <ac:chgData name="DICKO Alhadji A" userId="0eb29ad06ba79da2" providerId="LiveId" clId="{8BEA2B4A-081E-FE47-97D2-08D5CBFC04BF}" dt="2025-08-07T00:17:15.359" v="1719" actId="478"/>
          <ac:picMkLst>
            <pc:docMk/>
            <pc:sldMk cId="3380621645" sldId="273"/>
            <ac:picMk id="14" creationId="{C6EE0763-55A8-19E7-4C74-5B99D8632CE9}"/>
          </ac:picMkLst>
        </pc:picChg>
      </pc:sldChg>
      <pc:sldChg chg="addSp delSp modSp add mod">
        <pc:chgData name="DICKO Alhadji A" userId="0eb29ad06ba79da2" providerId="LiveId" clId="{8BEA2B4A-081E-FE47-97D2-08D5CBFC04BF}" dt="2025-08-04T15:34:05.480" v="709" actId="20577"/>
        <pc:sldMkLst>
          <pc:docMk/>
          <pc:sldMk cId="1080203787" sldId="274"/>
        </pc:sldMkLst>
        <pc:spChg chg="mod">
          <ac:chgData name="DICKO Alhadji A" userId="0eb29ad06ba79da2" providerId="LiveId" clId="{8BEA2B4A-081E-FE47-97D2-08D5CBFC04BF}" dt="2025-08-04T15:34:05.480" v="709" actId="20577"/>
          <ac:spMkLst>
            <pc:docMk/>
            <pc:sldMk cId="1080203787" sldId="274"/>
            <ac:spMk id="2" creationId="{DB22E57C-4F57-4619-E04E-D8C9FFA6CC28}"/>
          </ac:spMkLst>
        </pc:spChg>
        <pc:picChg chg="add mod">
          <ac:chgData name="DICKO Alhadji A" userId="0eb29ad06ba79da2" providerId="LiveId" clId="{8BEA2B4A-081E-FE47-97D2-08D5CBFC04BF}" dt="2025-08-04T15:33:48.915" v="708" actId="1035"/>
          <ac:picMkLst>
            <pc:docMk/>
            <pc:sldMk cId="1080203787" sldId="274"/>
            <ac:picMk id="12" creationId="{A05F402F-4B04-EC50-0FD0-99348BF38148}"/>
          </ac:picMkLst>
        </pc:picChg>
      </pc:sldChg>
      <pc:sldChg chg="addSp modSp add mod ord">
        <pc:chgData name="DICKO Alhadji A" userId="0eb29ad06ba79da2" providerId="LiveId" clId="{8BEA2B4A-081E-FE47-97D2-08D5CBFC04BF}" dt="2025-08-04T15:37:06.491" v="738" actId="20578"/>
        <pc:sldMkLst>
          <pc:docMk/>
          <pc:sldMk cId="3781094039" sldId="275"/>
        </pc:sldMkLst>
        <pc:spChg chg="mod">
          <ac:chgData name="DICKO Alhadji A" userId="0eb29ad06ba79da2" providerId="LiveId" clId="{8BEA2B4A-081E-FE47-97D2-08D5CBFC04BF}" dt="2025-08-04T15:35:31.079" v="729" actId="20577"/>
          <ac:spMkLst>
            <pc:docMk/>
            <pc:sldMk cId="3781094039" sldId="275"/>
            <ac:spMk id="2" creationId="{926A2C06-7400-4202-1E85-F283EBC6A78A}"/>
          </ac:spMkLst>
        </pc:spChg>
        <pc:spChg chg="mod">
          <ac:chgData name="DICKO Alhadji A" userId="0eb29ad06ba79da2" providerId="LiveId" clId="{8BEA2B4A-081E-FE47-97D2-08D5CBFC04BF}" dt="2025-08-04T15:36:38.809" v="737" actId="1076"/>
          <ac:spMkLst>
            <pc:docMk/>
            <pc:sldMk cId="3781094039" sldId="275"/>
            <ac:spMk id="7" creationId="{1F058997-3760-28F4-0313-DC3D870604F6}"/>
          </ac:spMkLst>
        </pc:spChg>
        <pc:picChg chg="add mod">
          <ac:chgData name="DICKO Alhadji A" userId="0eb29ad06ba79da2" providerId="LiveId" clId="{8BEA2B4A-081E-FE47-97D2-08D5CBFC04BF}" dt="2025-08-04T15:36:34.097" v="736" actId="1076"/>
          <ac:picMkLst>
            <pc:docMk/>
            <pc:sldMk cId="3781094039" sldId="275"/>
            <ac:picMk id="3" creationId="{2997A628-A8B2-0DA6-675D-0CFFC0A15D27}"/>
          </ac:picMkLst>
        </pc:picChg>
      </pc:sldChg>
      <pc:sldChg chg="addSp delSp modSp add mod">
        <pc:chgData name="DICKO Alhadji A" userId="0eb29ad06ba79da2" providerId="LiveId" clId="{8BEA2B4A-081E-FE47-97D2-08D5CBFC04BF}" dt="2025-08-04T15:38:31.512" v="764" actId="1036"/>
        <pc:sldMkLst>
          <pc:docMk/>
          <pc:sldMk cId="1919477320" sldId="276"/>
        </pc:sldMkLst>
        <pc:picChg chg="add mod modCrop">
          <ac:chgData name="DICKO Alhadji A" userId="0eb29ad06ba79da2" providerId="LiveId" clId="{8BEA2B4A-081E-FE47-97D2-08D5CBFC04BF}" dt="2025-08-04T15:38:31.512" v="764" actId="1036"/>
          <ac:picMkLst>
            <pc:docMk/>
            <pc:sldMk cId="1919477320" sldId="276"/>
            <ac:picMk id="5" creationId="{C51FE2CD-0709-03B6-DA8B-3DE625192DD3}"/>
          </ac:picMkLst>
        </pc:picChg>
      </pc:sldChg>
      <pc:sldChg chg="addSp delSp modSp add mod">
        <pc:chgData name="DICKO Alhadji A" userId="0eb29ad06ba79da2" providerId="LiveId" clId="{8BEA2B4A-081E-FE47-97D2-08D5CBFC04BF}" dt="2025-08-04T15:41:27.730" v="774" actId="208"/>
        <pc:sldMkLst>
          <pc:docMk/>
          <pc:sldMk cId="3883181176" sldId="277"/>
        </pc:sldMkLst>
        <pc:spChg chg="add mod">
          <ac:chgData name="DICKO Alhadji A" userId="0eb29ad06ba79da2" providerId="LiveId" clId="{8BEA2B4A-081E-FE47-97D2-08D5CBFC04BF}" dt="2025-08-04T15:41:27.730" v="774" actId="208"/>
          <ac:spMkLst>
            <pc:docMk/>
            <pc:sldMk cId="3883181176" sldId="277"/>
            <ac:spMk id="9" creationId="{AE2992E0-A084-BD8F-6972-C22123DF6700}"/>
          </ac:spMkLst>
        </pc:spChg>
        <pc:picChg chg="add mod">
          <ac:chgData name="DICKO Alhadji A" userId="0eb29ad06ba79da2" providerId="LiveId" clId="{8BEA2B4A-081E-FE47-97D2-08D5CBFC04BF}" dt="2025-08-04T15:40:46.850" v="771" actId="1076"/>
          <ac:picMkLst>
            <pc:docMk/>
            <pc:sldMk cId="3883181176" sldId="277"/>
            <ac:picMk id="3" creationId="{070141AE-BEB7-7A14-D4F3-2222A7DB261F}"/>
          </ac:picMkLst>
        </pc:picChg>
      </pc:sldChg>
      <pc:sldChg chg="addSp delSp modSp add mod ord">
        <pc:chgData name="DICKO Alhadji A" userId="0eb29ad06ba79da2" providerId="LiveId" clId="{8BEA2B4A-081E-FE47-97D2-08D5CBFC04BF}" dt="2025-08-07T00:36:56.775" v="1750" actId="113"/>
        <pc:sldMkLst>
          <pc:docMk/>
          <pc:sldMk cId="3045466111" sldId="278"/>
        </pc:sldMkLst>
        <pc:spChg chg="mod">
          <ac:chgData name="DICKO Alhadji A" userId="0eb29ad06ba79da2" providerId="LiveId" clId="{8BEA2B4A-081E-FE47-97D2-08D5CBFC04BF}" dt="2025-08-04T15:43:10.501" v="778"/>
          <ac:spMkLst>
            <pc:docMk/>
            <pc:sldMk cId="3045466111" sldId="278"/>
            <ac:spMk id="7" creationId="{4F75FC60-D735-13F5-21E8-37F039DFA7AE}"/>
          </ac:spMkLst>
        </pc:spChg>
        <pc:spChg chg="add mod">
          <ac:chgData name="DICKO Alhadji A" userId="0eb29ad06ba79da2" providerId="LiveId" clId="{8BEA2B4A-081E-FE47-97D2-08D5CBFC04BF}" dt="2025-08-07T00:36:56.775" v="1750" actId="113"/>
          <ac:spMkLst>
            <pc:docMk/>
            <pc:sldMk cId="3045466111" sldId="278"/>
            <ac:spMk id="13" creationId="{CFE0ED8A-C10E-4181-0949-BF052889C3D6}"/>
          </ac:spMkLst>
        </pc:spChg>
        <pc:picChg chg="add mod">
          <ac:chgData name="DICKO Alhadji A" userId="0eb29ad06ba79da2" providerId="LiveId" clId="{8BEA2B4A-081E-FE47-97D2-08D5CBFC04BF}" dt="2025-08-04T15:44:02.913" v="796" actId="1035"/>
          <ac:picMkLst>
            <pc:docMk/>
            <pc:sldMk cId="3045466111" sldId="278"/>
            <ac:picMk id="3" creationId="{701F32A2-B24C-8E5D-3B42-ABBC261E206D}"/>
          </ac:picMkLst>
        </pc:picChg>
      </pc:sldChg>
      <pc:sldChg chg="addSp delSp modSp add mod ord delAnim modAnim">
        <pc:chgData name="DICKO Alhadji A" userId="0eb29ad06ba79da2" providerId="LiveId" clId="{8BEA2B4A-081E-FE47-97D2-08D5CBFC04BF}" dt="2025-08-07T00:24:08.484" v="1749" actId="1035"/>
        <pc:sldMkLst>
          <pc:docMk/>
          <pc:sldMk cId="3467653625" sldId="279"/>
        </pc:sldMkLst>
        <pc:spChg chg="mod">
          <ac:chgData name="DICKO Alhadji A" userId="0eb29ad06ba79da2" providerId="LiveId" clId="{8BEA2B4A-081E-FE47-97D2-08D5CBFC04BF}" dt="2025-08-04T15:47:01.683" v="845" actId="20577"/>
          <ac:spMkLst>
            <pc:docMk/>
            <pc:sldMk cId="3467653625" sldId="279"/>
            <ac:spMk id="2" creationId="{A5ECBF98-FDE8-8A98-AC0B-3154B17000D1}"/>
          </ac:spMkLst>
        </pc:spChg>
        <pc:picChg chg="add mod">
          <ac:chgData name="DICKO Alhadji A" userId="0eb29ad06ba79da2" providerId="LiveId" clId="{8BEA2B4A-081E-FE47-97D2-08D5CBFC04BF}" dt="2025-08-07T00:24:08.484" v="1749" actId="1035"/>
          <ac:picMkLst>
            <pc:docMk/>
            <pc:sldMk cId="3467653625" sldId="279"/>
            <ac:picMk id="3" creationId="{856B7EBA-D56B-C5BB-D359-9FB72645E630}"/>
          </ac:picMkLst>
        </pc:picChg>
        <pc:picChg chg="add mod">
          <ac:chgData name="DICKO Alhadji A" userId="0eb29ad06ba79da2" providerId="LiveId" clId="{8BEA2B4A-081E-FE47-97D2-08D5CBFC04BF}" dt="2025-08-04T15:48:02.710" v="852" actId="14100"/>
          <ac:picMkLst>
            <pc:docMk/>
            <pc:sldMk cId="3467653625" sldId="279"/>
            <ac:picMk id="9" creationId="{5F687864-ACF2-995B-675B-B793E9FC0E02}"/>
          </ac:picMkLst>
        </pc:picChg>
        <pc:picChg chg="add del mod">
          <ac:chgData name="DICKO Alhadji A" userId="0eb29ad06ba79da2" providerId="LiveId" clId="{8BEA2B4A-081E-FE47-97D2-08D5CBFC04BF}" dt="2025-08-07T00:22:51.732" v="1728" actId="478"/>
          <ac:picMkLst>
            <pc:docMk/>
            <pc:sldMk cId="3467653625" sldId="279"/>
            <ac:picMk id="11" creationId="{38941002-2718-5EC5-C734-D61C110CB190}"/>
          </ac:picMkLst>
        </pc:picChg>
      </pc:sldChg>
      <pc:sldChg chg="addSp delSp modSp add mod">
        <pc:chgData name="DICKO Alhadji A" userId="0eb29ad06ba79da2" providerId="LiveId" clId="{8BEA2B4A-081E-FE47-97D2-08D5CBFC04BF}" dt="2025-08-04T15:57:42.193" v="928" actId="167"/>
        <pc:sldMkLst>
          <pc:docMk/>
          <pc:sldMk cId="2926633169" sldId="280"/>
        </pc:sldMkLst>
        <pc:spChg chg="mod">
          <ac:chgData name="DICKO Alhadji A" userId="0eb29ad06ba79da2" providerId="LiveId" clId="{8BEA2B4A-081E-FE47-97D2-08D5CBFC04BF}" dt="2025-08-04T15:56:42.085" v="921" actId="20577"/>
          <ac:spMkLst>
            <pc:docMk/>
            <pc:sldMk cId="2926633169" sldId="280"/>
            <ac:spMk id="2" creationId="{1BC4DEE8-11F4-F556-C851-F0D132521BAC}"/>
          </ac:spMkLst>
        </pc:spChg>
        <pc:picChg chg="add mod">
          <ac:chgData name="DICKO Alhadji A" userId="0eb29ad06ba79da2" providerId="LiveId" clId="{8BEA2B4A-081E-FE47-97D2-08D5CBFC04BF}" dt="2025-08-04T15:57:42.193" v="928" actId="167"/>
          <ac:picMkLst>
            <pc:docMk/>
            <pc:sldMk cId="2926633169" sldId="280"/>
            <ac:picMk id="9" creationId="{41EE41C8-1ED8-B4C2-A48B-64FDE98F5DAE}"/>
          </ac:picMkLst>
        </pc:picChg>
      </pc:sldChg>
      <pc:sldChg chg="addSp delSp modSp add mod">
        <pc:chgData name="DICKO Alhadji A" userId="0eb29ad06ba79da2" providerId="LiveId" clId="{8BEA2B4A-081E-FE47-97D2-08D5CBFC04BF}" dt="2025-08-04T16:04:01.319" v="1015" actId="1076"/>
        <pc:sldMkLst>
          <pc:docMk/>
          <pc:sldMk cId="1122353416" sldId="281"/>
        </pc:sldMkLst>
        <pc:spChg chg="mod">
          <ac:chgData name="DICKO Alhadji A" userId="0eb29ad06ba79da2" providerId="LiveId" clId="{8BEA2B4A-081E-FE47-97D2-08D5CBFC04BF}" dt="2025-08-04T16:03:06.628" v="1007" actId="20577"/>
          <ac:spMkLst>
            <pc:docMk/>
            <pc:sldMk cId="1122353416" sldId="281"/>
            <ac:spMk id="2" creationId="{9946A3DD-84BA-EB1B-1C6F-5FB3EC0244D6}"/>
          </ac:spMkLst>
        </pc:spChg>
        <pc:picChg chg="add mod">
          <ac:chgData name="DICKO Alhadji A" userId="0eb29ad06ba79da2" providerId="LiveId" clId="{8BEA2B4A-081E-FE47-97D2-08D5CBFC04BF}" dt="2025-08-04T16:04:01.319" v="1015" actId="1076"/>
          <ac:picMkLst>
            <pc:docMk/>
            <pc:sldMk cId="1122353416" sldId="281"/>
            <ac:picMk id="9" creationId="{11DAF5FD-508B-3492-7DA9-D14E002B10DF}"/>
          </ac:picMkLst>
        </pc:picChg>
      </pc:sldChg>
      <pc:sldChg chg="addSp modSp add mod ord">
        <pc:chgData name="DICKO Alhadji A" userId="0eb29ad06ba79da2" providerId="LiveId" clId="{8BEA2B4A-081E-FE47-97D2-08D5CBFC04BF}" dt="2025-08-04T16:02:26.599" v="987" actId="20578"/>
        <pc:sldMkLst>
          <pc:docMk/>
          <pc:sldMk cId="1619891943" sldId="282"/>
        </pc:sldMkLst>
        <pc:spChg chg="mod">
          <ac:chgData name="DICKO Alhadji A" userId="0eb29ad06ba79da2" providerId="LiveId" clId="{8BEA2B4A-081E-FE47-97D2-08D5CBFC04BF}" dt="2025-08-04T15:59:08.926" v="948" actId="20577"/>
          <ac:spMkLst>
            <pc:docMk/>
            <pc:sldMk cId="1619891943" sldId="282"/>
            <ac:spMk id="2" creationId="{4E6C6BAA-B2EE-7795-1FAB-16E43DBD7212}"/>
          </ac:spMkLst>
        </pc:spChg>
        <pc:spChg chg="add mod">
          <ac:chgData name="DICKO Alhadji A" userId="0eb29ad06ba79da2" providerId="LiveId" clId="{8BEA2B4A-081E-FE47-97D2-08D5CBFC04BF}" dt="2025-08-04T15:59:44.835" v="952" actId="113"/>
          <ac:spMkLst>
            <pc:docMk/>
            <pc:sldMk cId="1619891943" sldId="282"/>
            <ac:spMk id="5" creationId="{A9DB0E87-F83F-4D25-6877-A05033780CA9}"/>
          </ac:spMkLst>
        </pc:spChg>
        <pc:spChg chg="mod">
          <ac:chgData name="DICKO Alhadji A" userId="0eb29ad06ba79da2" providerId="LiveId" clId="{8BEA2B4A-081E-FE47-97D2-08D5CBFC04BF}" dt="2025-08-04T16:02:05.558" v="979" actId="1076"/>
          <ac:spMkLst>
            <pc:docMk/>
            <pc:sldMk cId="1619891943" sldId="282"/>
            <ac:spMk id="7" creationId="{1350F345-F78F-EDD5-39F8-4C70BC236C6D}"/>
          </ac:spMkLst>
        </pc:spChg>
        <pc:picChg chg="add mod">
          <ac:chgData name="DICKO Alhadji A" userId="0eb29ad06ba79da2" providerId="LiveId" clId="{8BEA2B4A-081E-FE47-97D2-08D5CBFC04BF}" dt="2025-08-04T16:02:14.560" v="986" actId="1076"/>
          <ac:picMkLst>
            <pc:docMk/>
            <pc:sldMk cId="1619891943" sldId="282"/>
            <ac:picMk id="9" creationId="{B1C0BDE6-876A-D881-C68B-0512FED34C62}"/>
          </ac:picMkLst>
        </pc:picChg>
      </pc:sldChg>
      <pc:sldChg chg="addSp delSp modSp add mod">
        <pc:chgData name="DICKO Alhadji A" userId="0eb29ad06ba79da2" providerId="LiveId" clId="{8BEA2B4A-081E-FE47-97D2-08D5CBFC04BF}" dt="2025-08-04T16:07:03.972" v="1054" actId="1076"/>
        <pc:sldMkLst>
          <pc:docMk/>
          <pc:sldMk cId="1825219827" sldId="283"/>
        </pc:sldMkLst>
        <pc:spChg chg="mod">
          <ac:chgData name="DICKO Alhadji A" userId="0eb29ad06ba79da2" providerId="LiveId" clId="{8BEA2B4A-081E-FE47-97D2-08D5CBFC04BF}" dt="2025-08-04T16:05:37.099" v="1041" actId="20577"/>
          <ac:spMkLst>
            <pc:docMk/>
            <pc:sldMk cId="1825219827" sldId="283"/>
            <ac:spMk id="2" creationId="{528B415C-FF52-9601-DBAC-6FCFC7D56BB8}"/>
          </ac:spMkLst>
        </pc:spChg>
        <pc:spChg chg="add mod">
          <ac:chgData name="DICKO Alhadji A" userId="0eb29ad06ba79da2" providerId="LiveId" clId="{8BEA2B4A-081E-FE47-97D2-08D5CBFC04BF}" dt="2025-08-04T16:07:03.972" v="1054" actId="1076"/>
          <ac:spMkLst>
            <pc:docMk/>
            <pc:sldMk cId="1825219827" sldId="283"/>
            <ac:spMk id="5" creationId="{E3D8C4E5-9DDF-F9C5-1379-CAEF3E0D3970}"/>
          </ac:spMkLst>
        </pc:spChg>
        <pc:picChg chg="add mod">
          <ac:chgData name="DICKO Alhadji A" userId="0eb29ad06ba79da2" providerId="LiveId" clId="{8BEA2B4A-081E-FE47-97D2-08D5CBFC04BF}" dt="2025-08-04T16:06:59.317" v="1053" actId="1076"/>
          <ac:picMkLst>
            <pc:docMk/>
            <pc:sldMk cId="1825219827" sldId="283"/>
            <ac:picMk id="9" creationId="{0CD13FA1-E344-2FFB-1119-289FE5CD45A5}"/>
          </ac:picMkLst>
        </pc:picChg>
      </pc:sldChg>
      <pc:sldChg chg="addSp delSp modSp add mod">
        <pc:chgData name="DICKO Alhadji A" userId="0eb29ad06ba79da2" providerId="LiveId" clId="{8BEA2B4A-081E-FE47-97D2-08D5CBFC04BF}" dt="2025-08-04T16:05:01.127" v="1021" actId="1076"/>
        <pc:sldMkLst>
          <pc:docMk/>
          <pc:sldMk cId="3815932888" sldId="284"/>
        </pc:sldMkLst>
        <pc:picChg chg="add mod">
          <ac:chgData name="DICKO Alhadji A" userId="0eb29ad06ba79da2" providerId="LiveId" clId="{8BEA2B4A-081E-FE47-97D2-08D5CBFC04BF}" dt="2025-08-04T16:05:01.127" v="1021" actId="1076"/>
          <ac:picMkLst>
            <pc:docMk/>
            <pc:sldMk cId="3815932888" sldId="284"/>
            <ac:picMk id="3" creationId="{7E7EDA5A-018A-B6CC-0D82-087E88A23BA0}"/>
          </ac:picMkLst>
        </pc:picChg>
      </pc:sldChg>
      <pc:sldChg chg="addSp delSp modSp add mod">
        <pc:chgData name="DICKO Alhadji A" userId="0eb29ad06ba79da2" providerId="LiveId" clId="{8BEA2B4A-081E-FE47-97D2-08D5CBFC04BF}" dt="2025-08-04T16:20:37.956" v="1300" actId="14100"/>
        <pc:sldMkLst>
          <pc:docMk/>
          <pc:sldMk cId="668788578" sldId="285"/>
        </pc:sldMkLst>
        <pc:spChg chg="mod">
          <ac:chgData name="DICKO Alhadji A" userId="0eb29ad06ba79da2" providerId="LiveId" clId="{8BEA2B4A-081E-FE47-97D2-08D5CBFC04BF}" dt="2025-08-04T16:19:45.633" v="1294" actId="20577"/>
          <ac:spMkLst>
            <pc:docMk/>
            <pc:sldMk cId="668788578" sldId="285"/>
            <ac:spMk id="2" creationId="{9A7F9A4D-35E8-6B54-8700-AC200CB82BE9}"/>
          </ac:spMkLst>
        </pc:spChg>
        <pc:picChg chg="add mod">
          <ac:chgData name="DICKO Alhadji A" userId="0eb29ad06ba79da2" providerId="LiveId" clId="{8BEA2B4A-081E-FE47-97D2-08D5CBFC04BF}" dt="2025-08-04T16:20:37.956" v="1300" actId="14100"/>
          <ac:picMkLst>
            <pc:docMk/>
            <pc:sldMk cId="668788578" sldId="285"/>
            <ac:picMk id="9" creationId="{5E565E18-BC62-B3CB-7E16-49BC5B6A442E}"/>
          </ac:picMkLst>
        </pc:picChg>
      </pc:sldChg>
      <pc:sldChg chg="addSp delSp modSp add mod">
        <pc:chgData name="DICKO Alhadji A" userId="0eb29ad06ba79da2" providerId="LiveId" clId="{8BEA2B4A-081E-FE47-97D2-08D5CBFC04BF}" dt="2025-08-04T16:09:38.115" v="1107" actId="14100"/>
        <pc:sldMkLst>
          <pc:docMk/>
          <pc:sldMk cId="4207327131" sldId="286"/>
        </pc:sldMkLst>
        <pc:spChg chg="mod">
          <ac:chgData name="DICKO Alhadji A" userId="0eb29ad06ba79da2" providerId="LiveId" clId="{8BEA2B4A-081E-FE47-97D2-08D5CBFC04BF}" dt="2025-08-04T16:08:21.256" v="1099" actId="20577"/>
          <ac:spMkLst>
            <pc:docMk/>
            <pc:sldMk cId="4207327131" sldId="286"/>
            <ac:spMk id="5" creationId="{87374678-0A8A-EF6D-595F-24DB0548ABED}"/>
          </ac:spMkLst>
        </pc:spChg>
        <pc:picChg chg="add mod">
          <ac:chgData name="DICKO Alhadji A" userId="0eb29ad06ba79da2" providerId="LiveId" clId="{8BEA2B4A-081E-FE47-97D2-08D5CBFC04BF}" dt="2025-08-04T16:09:38.115" v="1107" actId="14100"/>
          <ac:picMkLst>
            <pc:docMk/>
            <pc:sldMk cId="4207327131" sldId="286"/>
            <ac:picMk id="3" creationId="{5F50EE48-2F34-6BC2-2D70-A8A1D431BF5D}"/>
          </ac:picMkLst>
        </pc:picChg>
      </pc:sldChg>
      <pc:sldChg chg="addSp delSp modSp add mod">
        <pc:chgData name="DICKO Alhadji A" userId="0eb29ad06ba79da2" providerId="LiveId" clId="{8BEA2B4A-081E-FE47-97D2-08D5CBFC04BF}" dt="2025-08-04T16:12:04.777" v="1139" actId="1076"/>
        <pc:sldMkLst>
          <pc:docMk/>
          <pc:sldMk cId="2270432118" sldId="287"/>
        </pc:sldMkLst>
        <pc:spChg chg="mod">
          <ac:chgData name="DICKO Alhadji A" userId="0eb29ad06ba79da2" providerId="LiveId" clId="{8BEA2B4A-081E-FE47-97D2-08D5CBFC04BF}" dt="2025-08-04T16:11:18.941" v="1136" actId="20577"/>
          <ac:spMkLst>
            <pc:docMk/>
            <pc:sldMk cId="2270432118" sldId="287"/>
            <ac:spMk id="5" creationId="{07D23040-1197-0611-B68D-1BDF31555E8B}"/>
          </ac:spMkLst>
        </pc:spChg>
        <pc:picChg chg="add mod">
          <ac:chgData name="DICKO Alhadji A" userId="0eb29ad06ba79da2" providerId="LiveId" clId="{8BEA2B4A-081E-FE47-97D2-08D5CBFC04BF}" dt="2025-08-04T16:12:04.777" v="1139" actId="1076"/>
          <ac:picMkLst>
            <pc:docMk/>
            <pc:sldMk cId="2270432118" sldId="287"/>
            <ac:picMk id="7" creationId="{387D63BB-07C8-1C4C-9A1A-8AB14B781F8A}"/>
          </ac:picMkLst>
        </pc:picChg>
      </pc:sldChg>
      <pc:sldChg chg="addSp delSp modSp add mod">
        <pc:chgData name="DICKO Alhadji A" userId="0eb29ad06ba79da2" providerId="LiveId" clId="{8BEA2B4A-081E-FE47-97D2-08D5CBFC04BF}" dt="2025-08-04T16:14:42.357" v="1183" actId="14100"/>
        <pc:sldMkLst>
          <pc:docMk/>
          <pc:sldMk cId="2679277595" sldId="288"/>
        </pc:sldMkLst>
        <pc:spChg chg="mod">
          <ac:chgData name="DICKO Alhadji A" userId="0eb29ad06ba79da2" providerId="LiveId" clId="{8BEA2B4A-081E-FE47-97D2-08D5CBFC04BF}" dt="2025-08-04T16:13:33.775" v="1177" actId="20577"/>
          <ac:spMkLst>
            <pc:docMk/>
            <pc:sldMk cId="2679277595" sldId="288"/>
            <ac:spMk id="5" creationId="{83067978-E955-B195-8D5C-162CAD2D70DC}"/>
          </ac:spMkLst>
        </pc:spChg>
        <pc:picChg chg="add mod">
          <ac:chgData name="DICKO Alhadji A" userId="0eb29ad06ba79da2" providerId="LiveId" clId="{8BEA2B4A-081E-FE47-97D2-08D5CBFC04BF}" dt="2025-08-04T16:14:42.357" v="1183" actId="14100"/>
          <ac:picMkLst>
            <pc:docMk/>
            <pc:sldMk cId="2679277595" sldId="288"/>
            <ac:picMk id="3" creationId="{FF3A5832-5CA0-758D-5B66-BE6FA54E0AA1}"/>
          </ac:picMkLst>
        </pc:picChg>
      </pc:sldChg>
      <pc:sldChg chg="addSp delSp modSp add mod">
        <pc:chgData name="DICKO Alhadji A" userId="0eb29ad06ba79da2" providerId="LiveId" clId="{8BEA2B4A-081E-FE47-97D2-08D5CBFC04BF}" dt="2025-08-04T16:16:40.532" v="1221" actId="14100"/>
        <pc:sldMkLst>
          <pc:docMk/>
          <pc:sldMk cId="902788808" sldId="289"/>
        </pc:sldMkLst>
        <pc:spChg chg="mod">
          <ac:chgData name="DICKO Alhadji A" userId="0eb29ad06ba79da2" providerId="LiveId" clId="{8BEA2B4A-081E-FE47-97D2-08D5CBFC04BF}" dt="2025-08-04T16:15:38.440" v="1218" actId="20577"/>
          <ac:spMkLst>
            <pc:docMk/>
            <pc:sldMk cId="902788808" sldId="289"/>
            <ac:spMk id="5" creationId="{1031734B-C406-AF58-86F8-A504D2B5C647}"/>
          </ac:spMkLst>
        </pc:spChg>
        <pc:picChg chg="add mod">
          <ac:chgData name="DICKO Alhadji A" userId="0eb29ad06ba79da2" providerId="LiveId" clId="{8BEA2B4A-081E-FE47-97D2-08D5CBFC04BF}" dt="2025-08-04T16:16:40.532" v="1221" actId="14100"/>
          <ac:picMkLst>
            <pc:docMk/>
            <pc:sldMk cId="902788808" sldId="289"/>
            <ac:picMk id="7" creationId="{37C71ACF-9278-09E6-D5B7-BDCD34481605}"/>
          </ac:picMkLst>
        </pc:picChg>
      </pc:sldChg>
      <pc:sldChg chg="addSp delSp modSp add mod">
        <pc:chgData name="DICKO Alhadji A" userId="0eb29ad06ba79da2" providerId="LiveId" clId="{8BEA2B4A-081E-FE47-97D2-08D5CBFC04BF}" dt="2025-08-04T16:19:06.893" v="1275" actId="1035"/>
        <pc:sldMkLst>
          <pc:docMk/>
          <pc:sldMk cId="502203910" sldId="290"/>
        </pc:sldMkLst>
        <pc:spChg chg="mod">
          <ac:chgData name="DICKO Alhadji A" userId="0eb29ad06ba79da2" providerId="LiveId" clId="{8BEA2B4A-081E-FE47-97D2-08D5CBFC04BF}" dt="2025-08-04T16:17:29.106" v="1256" actId="20577"/>
          <ac:spMkLst>
            <pc:docMk/>
            <pc:sldMk cId="502203910" sldId="290"/>
            <ac:spMk id="5" creationId="{1E35356E-9247-A05F-E52A-B5E01222A590}"/>
          </ac:spMkLst>
        </pc:spChg>
        <pc:picChg chg="add mod">
          <ac:chgData name="DICKO Alhadji A" userId="0eb29ad06ba79da2" providerId="LiveId" clId="{8BEA2B4A-081E-FE47-97D2-08D5CBFC04BF}" dt="2025-08-04T16:19:06.893" v="1275" actId="1035"/>
          <ac:picMkLst>
            <pc:docMk/>
            <pc:sldMk cId="502203910" sldId="290"/>
            <ac:picMk id="3" creationId="{0CFB8A6B-F7E6-4A01-36E6-F3A7EABFDEEC}"/>
          </ac:picMkLst>
        </pc:picChg>
      </pc:sldChg>
      <pc:sldChg chg="addSp modSp add del mod">
        <pc:chgData name="DICKO Alhadji A" userId="0eb29ad06ba79da2" providerId="LiveId" clId="{8BEA2B4A-081E-FE47-97D2-08D5CBFC04BF}" dt="2025-08-06T23:34:28.496" v="1384" actId="2696"/>
        <pc:sldMkLst>
          <pc:docMk/>
          <pc:sldMk cId="2842731861" sldId="291"/>
        </pc:sldMkLst>
        <pc:picChg chg="add mod">
          <ac:chgData name="DICKO Alhadji A" userId="0eb29ad06ba79da2" providerId="LiveId" clId="{8BEA2B4A-081E-FE47-97D2-08D5CBFC04BF}" dt="2025-08-06T23:34:08.579" v="1382" actId="1076"/>
          <ac:picMkLst>
            <pc:docMk/>
            <pc:sldMk cId="2842731861" sldId="291"/>
            <ac:picMk id="3" creationId="{FFBC474A-246F-CFE8-65EB-C26E9059B3B4}"/>
          </ac:picMkLst>
        </pc:picChg>
        <pc:picChg chg="add mod">
          <ac:chgData name="DICKO Alhadji A" userId="0eb29ad06ba79da2" providerId="LiveId" clId="{8BEA2B4A-081E-FE47-97D2-08D5CBFC04BF}" dt="2025-08-06T23:33:58.127" v="1381" actId="1076"/>
          <ac:picMkLst>
            <pc:docMk/>
            <pc:sldMk cId="2842731861" sldId="291"/>
            <ac:picMk id="7" creationId="{F4655B1F-D504-B968-1613-B154785FB307}"/>
          </ac:picMkLst>
        </pc:picChg>
      </pc:sldChg>
    </pc:docChg>
  </pc:docChgLst>
  <pc:docChgLst>
    <pc:chgData name="DICKO Alhadji A" userId="0eb29ad06ba79da2" providerId="Windows Live" clId="Web-{29475068-DDB0-448D-AC3E-DD934833C8D0}"/>
    <pc:docChg chg="modSld">
      <pc:chgData name="DICKO Alhadji A" userId="0eb29ad06ba79da2" providerId="Windows Live" clId="Web-{29475068-DDB0-448D-AC3E-DD934833C8D0}" dt="2025-01-07T02:16:08.482" v="3"/>
      <pc:docMkLst>
        <pc:docMk/>
      </pc:docMkLst>
      <pc:sldChg chg="addSp delSp modSp">
        <pc:chgData name="DICKO Alhadji A" userId="0eb29ad06ba79da2" providerId="Windows Live" clId="Web-{29475068-DDB0-448D-AC3E-DD934833C8D0}" dt="2025-01-07T02:16:08.482" v="3"/>
        <pc:sldMkLst>
          <pc:docMk/>
          <pc:sldMk cId="1514066917" sldId="257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76534B-5DF6-6C47-8A16-64E3E1FA706C}" type="datetimeFigureOut">
              <a:rPr lang="en-ML" smtClean="0"/>
              <a:t>6/8/2025</a:t>
            </a:fld>
            <a:endParaRPr lang="en-M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9769F3-6299-604D-8D79-94DE63A374C0}" type="slidenum">
              <a:rPr lang="en-ML" smtClean="0"/>
              <a:t>‹#›</a:t>
            </a:fld>
            <a:endParaRPr lang="en-ML"/>
          </a:p>
        </p:txBody>
      </p:sp>
    </p:spTree>
    <p:extLst>
      <p:ext uri="{BB962C8B-B14F-4D97-AF65-F5344CB8AC3E}">
        <p14:creationId xmlns:p14="http://schemas.microsoft.com/office/powerpoint/2010/main" val="1795894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769F3-6299-604D-8D79-94DE63A374C0}" type="slidenum">
              <a:rPr lang="en-ML" smtClean="0"/>
              <a:t>1</a:t>
            </a:fld>
            <a:endParaRPr lang="en-ML"/>
          </a:p>
        </p:txBody>
      </p:sp>
    </p:spTree>
    <p:extLst>
      <p:ext uri="{BB962C8B-B14F-4D97-AF65-F5344CB8AC3E}">
        <p14:creationId xmlns:p14="http://schemas.microsoft.com/office/powerpoint/2010/main" val="268615310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899F1-67D7-E8D8-DFD5-1CDCF18C35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4C40CF-03FB-CD68-631C-86585A7BE3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6F4241-6EEE-219F-A2B3-D8D151A95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70753-274A-4D47-8F1C-8ED3A99D6F5F}" type="datetimeFigureOut">
              <a:rPr lang="en-ML" smtClean="0"/>
              <a:t>6/8/2025</a:t>
            </a:fld>
            <a:endParaRPr lang="en-M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DDC27B-A9D9-11B9-6414-F096859F9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90E1B1-3C47-E261-8B97-30861F376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3C517-3524-F546-BCB2-91F8CD4BD58E}" type="slidenum">
              <a:rPr lang="en-ML" smtClean="0"/>
              <a:t>‹#›</a:t>
            </a:fld>
            <a:endParaRPr lang="en-ML"/>
          </a:p>
        </p:txBody>
      </p:sp>
    </p:spTree>
    <p:extLst>
      <p:ext uri="{BB962C8B-B14F-4D97-AF65-F5344CB8AC3E}">
        <p14:creationId xmlns:p14="http://schemas.microsoft.com/office/powerpoint/2010/main" val="3804768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B911A-6098-89FB-66B6-65E19AEE4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5B0E2-E0BB-BAEA-6ACC-FDB75465F8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CFBEC-0516-5A97-46E6-C2C83681E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70753-274A-4D47-8F1C-8ED3A99D6F5F}" type="datetimeFigureOut">
              <a:rPr lang="en-ML" smtClean="0"/>
              <a:t>6/8/2025</a:t>
            </a:fld>
            <a:endParaRPr lang="en-M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BCC8F0-7BD8-EC97-BD99-0ED619313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252CE5-4249-9369-043A-9E395546B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3C517-3524-F546-BCB2-91F8CD4BD58E}" type="slidenum">
              <a:rPr lang="en-ML" smtClean="0"/>
              <a:t>‹#›</a:t>
            </a:fld>
            <a:endParaRPr lang="en-ML"/>
          </a:p>
        </p:txBody>
      </p:sp>
    </p:spTree>
    <p:extLst>
      <p:ext uri="{BB962C8B-B14F-4D97-AF65-F5344CB8AC3E}">
        <p14:creationId xmlns:p14="http://schemas.microsoft.com/office/powerpoint/2010/main" val="3382885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B6E0A-DBB4-4455-3BB9-443D09C45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214F02-7CD0-1FD2-93EB-0AC50EEE9E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F6D798-FB9F-52DB-D9AE-528397C70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70753-274A-4D47-8F1C-8ED3A99D6F5F}" type="datetimeFigureOut">
              <a:rPr lang="en-ML" smtClean="0"/>
              <a:t>6/8/2025</a:t>
            </a:fld>
            <a:endParaRPr lang="en-M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1C3DE9-01D9-359A-662F-234E41CAB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864E0-93C6-B736-B3B4-040B08E3B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3C517-3524-F546-BCB2-91F8CD4BD58E}" type="slidenum">
              <a:rPr lang="en-ML" smtClean="0"/>
              <a:t>‹#›</a:t>
            </a:fld>
            <a:endParaRPr lang="en-ML"/>
          </a:p>
        </p:txBody>
      </p:sp>
    </p:spTree>
    <p:extLst>
      <p:ext uri="{BB962C8B-B14F-4D97-AF65-F5344CB8AC3E}">
        <p14:creationId xmlns:p14="http://schemas.microsoft.com/office/powerpoint/2010/main" val="412922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E321D-1CF9-448B-7359-C2850F5D3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64EE0-0CD0-F6E4-E2AE-94030A9756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C70829-6376-78EB-8D66-EF5365DC84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4DCCF2-04BA-DE52-201E-CD3C71CAB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70753-274A-4D47-8F1C-8ED3A99D6F5F}" type="datetimeFigureOut">
              <a:rPr lang="en-ML" smtClean="0"/>
              <a:t>6/8/2025</a:t>
            </a:fld>
            <a:endParaRPr lang="en-M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1E67F6-D8E8-43F8-21FB-B185B5ACB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265926-46A5-1982-6080-7FEEBB06E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3C517-3524-F546-BCB2-91F8CD4BD58E}" type="slidenum">
              <a:rPr lang="en-ML" smtClean="0"/>
              <a:t>‹#›</a:t>
            </a:fld>
            <a:endParaRPr lang="en-ML"/>
          </a:p>
        </p:txBody>
      </p:sp>
    </p:spTree>
    <p:extLst>
      <p:ext uri="{BB962C8B-B14F-4D97-AF65-F5344CB8AC3E}">
        <p14:creationId xmlns:p14="http://schemas.microsoft.com/office/powerpoint/2010/main" val="1878741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BF1BB-4D7B-6706-7B9F-C9B3A5B85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981B7E-122A-3013-6B3B-EA6B2FB8C6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342D61-ECC5-3365-76F2-0DE53C33CC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4EFEF0-47BB-A4BA-5335-AA5C19CDDF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6FE962-AD14-EE38-4622-8ECA31B1A5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758343-AD53-2DEC-399A-92E397E82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70753-274A-4D47-8F1C-8ED3A99D6F5F}" type="datetimeFigureOut">
              <a:rPr lang="en-ML" smtClean="0"/>
              <a:t>6/8/2025</a:t>
            </a:fld>
            <a:endParaRPr lang="en-M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CCFECE-846B-9488-E4ED-29290D86F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A3BED5-0EB9-B794-02E2-16BBD0CFA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3C517-3524-F546-BCB2-91F8CD4BD58E}" type="slidenum">
              <a:rPr lang="en-ML" smtClean="0"/>
              <a:t>‹#›</a:t>
            </a:fld>
            <a:endParaRPr lang="en-ML"/>
          </a:p>
        </p:txBody>
      </p:sp>
    </p:spTree>
    <p:extLst>
      <p:ext uri="{BB962C8B-B14F-4D97-AF65-F5344CB8AC3E}">
        <p14:creationId xmlns:p14="http://schemas.microsoft.com/office/powerpoint/2010/main" val="4168319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DBDA0-FB1A-66EA-B87C-E7C72E7E2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E6C361-A4E9-DECC-FBFD-30BB03575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70753-274A-4D47-8F1C-8ED3A99D6F5F}" type="datetimeFigureOut">
              <a:rPr lang="en-ML" smtClean="0"/>
              <a:t>6/8/2025</a:t>
            </a:fld>
            <a:endParaRPr lang="en-M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F3CCD2-A184-0E89-06E4-D45475364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B40723-8D3A-7C40-BDD9-F40624932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3C517-3524-F546-BCB2-91F8CD4BD58E}" type="slidenum">
              <a:rPr lang="en-ML" smtClean="0"/>
              <a:t>‹#›</a:t>
            </a:fld>
            <a:endParaRPr lang="en-ML"/>
          </a:p>
        </p:txBody>
      </p:sp>
    </p:spTree>
    <p:extLst>
      <p:ext uri="{BB962C8B-B14F-4D97-AF65-F5344CB8AC3E}">
        <p14:creationId xmlns:p14="http://schemas.microsoft.com/office/powerpoint/2010/main" val="25263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AB3EF3-A87D-663E-B09E-7026AA139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70753-274A-4D47-8F1C-8ED3A99D6F5F}" type="datetimeFigureOut">
              <a:rPr lang="en-ML" smtClean="0"/>
              <a:t>6/8/2025</a:t>
            </a:fld>
            <a:endParaRPr lang="en-M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B35898-35B0-5219-CABE-18BF25F96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41F109-0E46-043E-CD0F-7F8AC16FE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3C517-3524-F546-BCB2-91F8CD4BD58E}" type="slidenum">
              <a:rPr lang="en-ML" smtClean="0"/>
              <a:t>‹#›</a:t>
            </a:fld>
            <a:endParaRPr lang="en-ML"/>
          </a:p>
        </p:txBody>
      </p:sp>
    </p:spTree>
    <p:extLst>
      <p:ext uri="{BB962C8B-B14F-4D97-AF65-F5344CB8AC3E}">
        <p14:creationId xmlns:p14="http://schemas.microsoft.com/office/powerpoint/2010/main" val="3767942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3FA06-3E1B-E33C-AD50-07CDB028D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1CB1E-6AD8-2A85-DC03-269B8DFF5F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5AA5CB-B2EC-6B66-3091-76E8C5C4A2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C59CB1-B2E3-0737-B182-9D1686BB9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70753-274A-4D47-8F1C-8ED3A99D6F5F}" type="datetimeFigureOut">
              <a:rPr lang="en-ML" smtClean="0"/>
              <a:t>6/8/2025</a:t>
            </a:fld>
            <a:endParaRPr lang="en-M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13B22D-C649-1DF6-0089-4393E3A73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B01AAF-747B-FDBD-CBB1-A2C8D40B3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3C517-3524-F546-BCB2-91F8CD4BD58E}" type="slidenum">
              <a:rPr lang="en-ML" smtClean="0"/>
              <a:t>‹#›</a:t>
            </a:fld>
            <a:endParaRPr lang="en-ML"/>
          </a:p>
        </p:txBody>
      </p:sp>
    </p:spTree>
    <p:extLst>
      <p:ext uri="{BB962C8B-B14F-4D97-AF65-F5344CB8AC3E}">
        <p14:creationId xmlns:p14="http://schemas.microsoft.com/office/powerpoint/2010/main" val="1532113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6BD8F-8588-5957-9DD8-C1AEE6EC6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FD3435-8E71-A51E-24DA-426154096B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DD2A5E-9BF6-F89A-09DF-C699C9F0BB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844E13-5994-EA03-538C-FE60A84DB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70753-274A-4D47-8F1C-8ED3A99D6F5F}" type="datetimeFigureOut">
              <a:rPr lang="en-ML" smtClean="0"/>
              <a:t>6/8/2025</a:t>
            </a:fld>
            <a:endParaRPr lang="en-M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855912-71FE-924E-A2FF-8D1CEB88E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AAE7E7-CB7F-EE69-6A4D-2CBEC8A5C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3C517-3524-F546-BCB2-91F8CD4BD58E}" type="slidenum">
              <a:rPr lang="en-ML" smtClean="0"/>
              <a:t>‹#›</a:t>
            </a:fld>
            <a:endParaRPr lang="en-ML"/>
          </a:p>
        </p:txBody>
      </p:sp>
    </p:spTree>
    <p:extLst>
      <p:ext uri="{BB962C8B-B14F-4D97-AF65-F5344CB8AC3E}">
        <p14:creationId xmlns:p14="http://schemas.microsoft.com/office/powerpoint/2010/main" val="471554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3793C-15DC-AFF1-6BE8-3379B3CECB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58982-C503-126D-0E22-94278D49C3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31897E-E267-EB1D-AE9D-8A8284F21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70753-274A-4D47-8F1C-8ED3A99D6F5F}" type="datetimeFigureOut">
              <a:rPr lang="en-ML" smtClean="0"/>
              <a:t>6/8/2025</a:t>
            </a:fld>
            <a:endParaRPr lang="en-M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EC98DE-7F01-D0A3-AFDD-5D220F237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70893E-3608-C22F-C0B7-20124913B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3C517-3524-F546-BCB2-91F8CD4BD58E}" type="slidenum">
              <a:rPr lang="en-ML" smtClean="0"/>
              <a:t>‹#›</a:t>
            </a:fld>
            <a:endParaRPr lang="en-ML"/>
          </a:p>
        </p:txBody>
      </p:sp>
    </p:spTree>
    <p:extLst>
      <p:ext uri="{BB962C8B-B14F-4D97-AF65-F5344CB8AC3E}">
        <p14:creationId xmlns:p14="http://schemas.microsoft.com/office/powerpoint/2010/main" val="350242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60A570-1851-794B-B4BC-F192F6F748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746303-14A1-E202-0753-6B8B6BB9B4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54269A-C045-AB6A-D358-5B093A9D4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F70753-274A-4D47-8F1C-8ED3A99D6F5F}" type="datetimeFigureOut">
              <a:rPr lang="en-ML" smtClean="0"/>
              <a:t>6/8/2025</a:t>
            </a:fld>
            <a:endParaRPr lang="en-M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81F62C-AFAD-0DA0-F2F2-E15239866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79060-652D-B7DE-3E1B-F7466A80F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93C517-3524-F546-BCB2-91F8CD4BD58E}" type="slidenum">
              <a:rPr lang="en-ML" smtClean="0"/>
              <a:t>‹#›</a:t>
            </a:fld>
            <a:endParaRPr lang="en-ML"/>
          </a:p>
        </p:txBody>
      </p:sp>
    </p:spTree>
    <p:extLst>
      <p:ext uri="{BB962C8B-B14F-4D97-AF65-F5344CB8AC3E}">
        <p14:creationId xmlns:p14="http://schemas.microsoft.com/office/powerpoint/2010/main" val="55045986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992FB8-E5A7-98A2-87B2-B35A337F0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F475AB-D898-8582-B735-10DEDE6A05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B99595-B150-8A7A-F033-EE2CCDFE0D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F70753-274A-4D47-8F1C-8ED3A99D6F5F}" type="datetimeFigureOut">
              <a:rPr lang="en-ML" smtClean="0"/>
              <a:t>6/8/2025</a:t>
            </a:fld>
            <a:endParaRPr lang="en-M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BE0DD-3CF7-8F1A-1591-36098BD25E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098084-4104-3D65-ACDA-457A5E4D09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93C517-3524-F546-BCB2-91F8CD4BD58E}" type="slidenum">
              <a:rPr lang="en-ML" smtClean="0"/>
              <a:t>‹#›</a:t>
            </a:fld>
            <a:endParaRPr lang="en-ML"/>
          </a:p>
        </p:txBody>
      </p:sp>
    </p:spTree>
    <p:extLst>
      <p:ext uri="{BB962C8B-B14F-4D97-AF65-F5344CB8AC3E}">
        <p14:creationId xmlns:p14="http://schemas.microsoft.com/office/powerpoint/2010/main" val="4018577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M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29000" r="-2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05231-C377-F3A6-FBBF-2B67EEE037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4883" y="2036763"/>
            <a:ext cx="9144000" cy="2387600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chemeClr val="bg1"/>
                </a:solidFill>
              </a:rPr>
              <a:t>Métagénomique, DHIS2 et simulation "Outbreak X"</a:t>
            </a:r>
            <a:endParaRPr lang="en-ML" sz="5400" b="1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6A9DC9-D3FD-28C9-2EC0-CB3DF3D832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16380" y="4713895"/>
            <a:ext cx="6432884" cy="1464417"/>
          </a:xfrm>
        </p:spPr>
        <p:txBody>
          <a:bodyPr/>
          <a:lstStyle/>
          <a:p>
            <a:r>
              <a:rPr lang="en-ML" b="1" dirty="0">
                <a:solidFill>
                  <a:schemeClr val="bg2">
                    <a:lumMod val="25000"/>
                  </a:schemeClr>
                </a:solidFill>
              </a:rPr>
              <a:t>Modules 5-6 · Jour 4 · 03/09/2026</a:t>
            </a:r>
          </a:p>
        </p:txBody>
      </p:sp>
      <p:pic>
        <p:nvPicPr>
          <p:cNvPr id="1026" name="Picture 2" descr="INSP Mali – Institut National de Santé Publique">
            <a:extLst>
              <a:ext uri="{FF2B5EF4-FFF2-40B4-BE49-F238E27FC236}">
                <a16:creationId xmlns:a16="http://schemas.microsoft.com/office/drawing/2014/main" id="{46CD2308-9FAB-9FED-7DE4-CF780AEA14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8513" y="191345"/>
            <a:ext cx="3020370" cy="126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223D17D-5E9D-9EF4-B4B7-A2EFD91DAC10}"/>
              </a:ext>
            </a:extLst>
          </p:cNvPr>
          <p:cNvSpPr txBox="1"/>
          <p:nvPr/>
        </p:nvSpPr>
        <p:spPr>
          <a:xfrm>
            <a:off x="4435642" y="6467845"/>
            <a:ext cx="3320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L" sz="1400" dirty="0">
                <a:solidFill>
                  <a:schemeClr val="bg1"/>
                </a:solidFill>
              </a:rPr>
              <a:t>© 2025 INSP All Rigths Reserved.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BB29E1-7503-CBB0-753A-B76CE545CD0C}"/>
              </a:ext>
            </a:extLst>
          </p:cNvPr>
          <p:cNvSpPr txBox="1"/>
          <p:nvPr/>
        </p:nvSpPr>
        <p:spPr>
          <a:xfrm>
            <a:off x="144379" y="5808979"/>
            <a:ext cx="3320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ML" b="1" dirty="0">
                <a:solidFill>
                  <a:schemeClr val="bg2">
                    <a:lumMod val="25000"/>
                  </a:schemeClr>
                </a:solidFill>
              </a:rPr>
              <a:t>Alhadji A. Dicko, PharmD</a:t>
            </a:r>
          </a:p>
        </p:txBody>
      </p:sp>
    </p:spTree>
    <p:extLst>
      <p:ext uri="{BB962C8B-B14F-4D97-AF65-F5344CB8AC3E}">
        <p14:creationId xmlns:p14="http://schemas.microsoft.com/office/powerpoint/2010/main" val="4227113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59E9B-A930-49DC-5436-FF1410A57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6419F-8479-69A0-8825-6B1A300BD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30721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en-ML" sz="3600" b="1" dirty="0">
                <a:solidFill>
                  <a:schemeClr val="bg1"/>
                </a:solidFill>
              </a:rPr>
              <a:t>  </a:t>
            </a:r>
            <a:r>
              <a:rPr lang="en-US" dirty="0">
                <a:solidFill>
                  <a:schemeClr val="bg1"/>
                </a:solidFill>
              </a:rPr>
              <a:t>Objectifs pédagogiques</a:t>
            </a:r>
            <a:endParaRPr lang="en-ML" sz="3600" b="1" dirty="0">
              <a:solidFill>
                <a:schemeClr val="bg1"/>
              </a:solidFill>
            </a:endParaRPr>
          </a:p>
        </p:txBody>
      </p:sp>
      <p:pic>
        <p:nvPicPr>
          <p:cNvPr id="4" name="Picture 2" descr="INSP Mali – Institut National de Santé Publique">
            <a:extLst>
              <a:ext uri="{FF2B5EF4-FFF2-40B4-BE49-F238E27FC236}">
                <a16:creationId xmlns:a16="http://schemas.microsoft.com/office/drawing/2014/main" id="{B75F9D58-50E2-883B-AF52-73F604A41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9663" y="6042130"/>
            <a:ext cx="1540042" cy="645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43001F6-558F-8F1B-124A-856110C50EF9}"/>
              </a:ext>
            </a:extLst>
          </p:cNvPr>
          <p:cNvCxnSpPr/>
          <p:nvPr/>
        </p:nvCxnSpPr>
        <p:spPr>
          <a:xfrm>
            <a:off x="529389" y="6384758"/>
            <a:ext cx="100102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9B5500F-4783-2A36-F139-4A48EBE58F9C}"/>
              </a:ext>
            </a:extLst>
          </p:cNvPr>
          <p:cNvSpPr txBox="1"/>
          <p:nvPr/>
        </p:nvSpPr>
        <p:spPr>
          <a:xfrm>
            <a:off x="112295" y="6407887"/>
            <a:ext cx="3320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L" sz="1400">
                <a:solidFill>
                  <a:schemeClr val="bg1">
                    <a:lumMod val="50000"/>
                  </a:schemeClr>
                </a:solidFill>
              </a:rPr>
              <a:t>© 2025 INSP All Rigths Reserved.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96F1AB-2C75-82BA-C612-B9949B926828}"/>
              </a:ext>
            </a:extLst>
          </p:cNvPr>
          <p:cNvSpPr txBox="1"/>
          <p:nvPr/>
        </p:nvSpPr>
        <p:spPr>
          <a:xfrm>
            <a:off x="4869067" y="6407887"/>
            <a:ext cx="22779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L" sz="1400">
                <a:solidFill>
                  <a:schemeClr val="bg1">
                    <a:lumMod val="50000"/>
                  </a:schemeClr>
                </a:solidFill>
              </a:rPr>
              <a:t>For Research Use Only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4558DE-AEE8-4727-5CEE-1AE7F141D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 b="0">
                <a:solidFill>
                  <a:srgbClr val="0E2841"/>
                </a:solidFill>
              </a:rPr>
              <a:t>Profiler un échantillon clinique métagénomique avec Kraken2 et Bracken</a:t>
            </a:r>
          </a:p>
          <a:p>
            <a:pPr/>
            <a:r>
              <a:rPr sz="1600" b="0">
                <a:solidFill>
                  <a:srgbClr val="0E2841"/>
                </a:solidFill>
              </a:rPr>
              <a:t>Interpréter un graphe taxonomique généré avec Krona</a:t>
            </a:r>
          </a:p>
          <a:p>
            <a:pPr/>
            <a:r>
              <a:rPr sz="1600" b="0">
                <a:solidFill>
                  <a:srgbClr val="0E2841"/>
                </a:solidFill>
              </a:rPr>
              <a:t>Relier les résultats bio-informatiques à DHIS2 et au système IDSR</a:t>
            </a:r>
          </a:p>
          <a:p>
            <a:pPr/>
            <a:r>
              <a:rPr sz="1600" b="0">
                <a:solidFill>
                  <a:srgbClr val="0E2841"/>
                </a:solidFill>
              </a:rPr>
              <a:t>Mobiliser les acquis de la semaine dans une simulation intégrée (Outbreak X)</a:t>
            </a:r>
          </a:p>
          <a:p>
            <a:pPr/>
            <a:r>
              <a:rPr sz="1600" b="0">
                <a:solidFill>
                  <a:srgbClr val="0E2841"/>
                </a:solidFill>
              </a:rPr>
              <a:t/>
            </a:r>
          </a:p>
          <a:p>
            <a:pPr/>
            <a:r>
              <a:rPr sz="1600" b="1">
                <a:solidFill>
                  <a:srgbClr val="0E2841"/>
                </a:solidFill>
              </a:rPr>
              <a:t>Track A : pipeline + analyses temps réel    Track B : lecture des résultats + décision</a:t>
            </a:r>
          </a:p>
        </p:txBody>
      </p:sp>
    </p:spTree>
    <p:extLst>
      <p:ext uri="{BB962C8B-B14F-4D97-AF65-F5344CB8AC3E}">
        <p14:creationId xmlns:p14="http://schemas.microsoft.com/office/powerpoint/2010/main" val="3987182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59E9B-A930-49DC-5436-FF1410A57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6419F-8479-69A0-8825-6B1A300BD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30721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en-ML" sz="3600" b="1" dirty="0">
                <a:solidFill>
                  <a:schemeClr val="bg1"/>
                </a:solidFill>
              </a:rPr>
              <a:t>  </a:t>
            </a:r>
            <a:r>
              <a:rPr lang="en-US" dirty="0">
                <a:solidFill>
                  <a:schemeClr val="bg1"/>
                </a:solidFill>
              </a:rPr>
              <a:t>Kraken2 + Bracken — profilage taxonomique</a:t>
            </a:r>
            <a:endParaRPr lang="en-ML" sz="3600" b="1" dirty="0">
              <a:solidFill>
                <a:schemeClr val="bg1"/>
              </a:solidFill>
            </a:endParaRPr>
          </a:p>
        </p:txBody>
      </p:sp>
      <p:pic>
        <p:nvPicPr>
          <p:cNvPr id="4" name="Picture 2" descr="INSP Mali – Institut National de Santé Publique">
            <a:extLst>
              <a:ext uri="{FF2B5EF4-FFF2-40B4-BE49-F238E27FC236}">
                <a16:creationId xmlns:a16="http://schemas.microsoft.com/office/drawing/2014/main" id="{B75F9D58-50E2-883B-AF52-73F604A41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9663" y="6042130"/>
            <a:ext cx="1540042" cy="645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43001F6-558F-8F1B-124A-856110C50EF9}"/>
              </a:ext>
            </a:extLst>
          </p:cNvPr>
          <p:cNvCxnSpPr/>
          <p:nvPr/>
        </p:nvCxnSpPr>
        <p:spPr>
          <a:xfrm>
            <a:off x="529389" y="6384758"/>
            <a:ext cx="100102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9B5500F-4783-2A36-F139-4A48EBE58F9C}"/>
              </a:ext>
            </a:extLst>
          </p:cNvPr>
          <p:cNvSpPr txBox="1"/>
          <p:nvPr/>
        </p:nvSpPr>
        <p:spPr>
          <a:xfrm>
            <a:off x="112295" y="6407887"/>
            <a:ext cx="3320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L" sz="1400">
                <a:solidFill>
                  <a:schemeClr val="bg1">
                    <a:lumMod val="50000"/>
                  </a:schemeClr>
                </a:solidFill>
              </a:rPr>
              <a:t>© 2025 INSP All Rigths Reserved.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96F1AB-2C75-82BA-C612-B9949B926828}"/>
              </a:ext>
            </a:extLst>
          </p:cNvPr>
          <p:cNvSpPr txBox="1"/>
          <p:nvPr/>
        </p:nvSpPr>
        <p:spPr>
          <a:xfrm>
            <a:off x="4869067" y="6407887"/>
            <a:ext cx="22779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L" sz="1400">
                <a:solidFill>
                  <a:schemeClr val="bg1">
                    <a:lumMod val="50000"/>
                  </a:schemeClr>
                </a:solidFill>
              </a:rPr>
              <a:t>For Research Use Only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4558DE-AEE8-4727-5CEE-1AE7F141D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00000"/>
          </a:xfrm>
        </p:spPr>
        <p:txBody>
          <a:bodyPr/>
          <a:lstStyle/>
          <a:p>
            <a:pPr/>
            <a:r>
              <a:rPr sz="1900" b="0">
                <a:solidFill>
                  <a:srgbClr val="0E2841"/>
                </a:solidFill>
              </a:rPr>
              <a:t>Kraken2 classe chaque read en le comparant à une base de données de k-mers associée à des taxons connus</a:t>
            </a:r>
          </a:p>
          <a:p>
            <a:pPr/>
            <a:r>
              <a:rPr sz="1900" b="0">
                <a:solidFill>
                  <a:srgbClr val="0E2841"/>
                </a:solidFill>
              </a:rPr>
              <a:t>Bracken affine ensuite les estimations d'abondance relative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8200" y="3025625"/>
            <a:ext cx="10515600" cy="1400000"/>
          </a:xfrm>
          <a:prstGeom prst="rect">
            <a:avLst/>
          </a:prstGeom>
          <a:solidFill>
            <a:srgbClr val="0D1233"/>
          </a:solidFill>
          <a:ln w="1270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tIns="120000"/>
          <a:lstStyle/>
          <a:p>
            <a:pPr algn="l"/>
            <a:r>
              <a:rPr sz="1400">
                <a:solidFill>
                  <a:srgbClr val="6BFF9E"/>
                </a:solidFill>
                <a:latin typeface="Courier New"/>
              </a:rPr>
              <a:t>$ kraken2 --db kraken2_db --paired R1.fq.gz R2.fq.gz \</a:t>
            </a:r>
          </a:p>
          <a:p>
            <a:pPr algn="l"/>
            <a:r>
              <a:rPr sz="1400">
                <a:solidFill>
                  <a:srgbClr val="6BFF9E"/>
                </a:solidFill>
                <a:latin typeface="Courier New"/>
              </a:rPr>
              <a:t>    --report report.txt --output out.txt</a:t>
            </a:r>
          </a:p>
          <a:p>
            <a:pPr algn="l"/>
            <a:r>
              <a:rPr sz="1400">
                <a:solidFill>
                  <a:srgbClr val="6BFF9E"/>
                </a:solidFill>
                <a:latin typeface="Courier New"/>
              </a:rPr>
              <a:t>$ bracken -d kraken2_db -i report.txt -o bracken.txt -l S</a:t>
            </a:r>
          </a:p>
        </p:txBody>
      </p:sp>
    </p:spTree>
    <p:extLst>
      <p:ext uri="{BB962C8B-B14F-4D97-AF65-F5344CB8AC3E}">
        <p14:creationId xmlns:p14="http://schemas.microsoft.com/office/powerpoint/2010/main" val="3987182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59E9B-A930-49DC-5436-FF1410A57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6419F-8479-69A0-8825-6B1A300BD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30721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en-ML" sz="3600" b="1" dirty="0">
                <a:solidFill>
                  <a:schemeClr val="bg1"/>
                </a:solidFill>
              </a:rPr>
              <a:t>  </a:t>
            </a:r>
            <a:r>
              <a:rPr lang="en-US" dirty="0">
                <a:solidFill>
                  <a:schemeClr val="bg1"/>
                </a:solidFill>
              </a:rPr>
              <a:t>Visualisation avec Krona</a:t>
            </a:r>
            <a:endParaRPr lang="en-ML" sz="3600" b="1" dirty="0">
              <a:solidFill>
                <a:schemeClr val="bg1"/>
              </a:solidFill>
            </a:endParaRPr>
          </a:p>
        </p:txBody>
      </p:sp>
      <p:pic>
        <p:nvPicPr>
          <p:cNvPr id="4" name="Picture 2" descr="INSP Mali – Institut National de Santé Publique">
            <a:extLst>
              <a:ext uri="{FF2B5EF4-FFF2-40B4-BE49-F238E27FC236}">
                <a16:creationId xmlns:a16="http://schemas.microsoft.com/office/drawing/2014/main" id="{B75F9D58-50E2-883B-AF52-73F604A41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9663" y="6042130"/>
            <a:ext cx="1540042" cy="645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43001F6-558F-8F1B-124A-856110C50EF9}"/>
              </a:ext>
            </a:extLst>
          </p:cNvPr>
          <p:cNvCxnSpPr/>
          <p:nvPr/>
        </p:nvCxnSpPr>
        <p:spPr>
          <a:xfrm>
            <a:off x="529389" y="6384758"/>
            <a:ext cx="100102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9B5500F-4783-2A36-F139-4A48EBE58F9C}"/>
              </a:ext>
            </a:extLst>
          </p:cNvPr>
          <p:cNvSpPr txBox="1"/>
          <p:nvPr/>
        </p:nvSpPr>
        <p:spPr>
          <a:xfrm>
            <a:off x="112295" y="6407887"/>
            <a:ext cx="3320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L" sz="1400">
                <a:solidFill>
                  <a:schemeClr val="bg1">
                    <a:lumMod val="50000"/>
                  </a:schemeClr>
                </a:solidFill>
              </a:rPr>
              <a:t>© 2025 INSP All Rigths Reserved.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96F1AB-2C75-82BA-C612-B9949B926828}"/>
              </a:ext>
            </a:extLst>
          </p:cNvPr>
          <p:cNvSpPr txBox="1"/>
          <p:nvPr/>
        </p:nvSpPr>
        <p:spPr>
          <a:xfrm>
            <a:off x="4869067" y="6407887"/>
            <a:ext cx="22779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L" sz="1400">
                <a:solidFill>
                  <a:schemeClr val="bg1">
                    <a:lumMod val="50000"/>
                  </a:schemeClr>
                </a:solidFill>
              </a:rPr>
              <a:t>For Research Use Only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4558DE-AEE8-4727-5CEE-1AE7F141D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00000" cy="900000"/>
          </a:xfrm>
        </p:spPr>
        <p:txBody>
          <a:bodyPr/>
          <a:lstStyle/>
          <a:p>
            <a:pPr/>
            <a:r>
              <a:rPr sz="1500" b="0">
                <a:solidFill>
                  <a:srgbClr val="0E2841"/>
                </a:solidFill>
              </a:rPr>
              <a:t>Krona transforme un rapport Kraken2 en graphe interactif en anneaux</a:t>
            </a:r>
          </a:p>
          <a:p>
            <a:pPr/>
            <a:r>
              <a:rPr sz="1500" b="0">
                <a:solidFill>
                  <a:srgbClr val="0E2841"/>
                </a:solidFill>
              </a:rPr>
              <a:t>Lecture rapide, même pour un public non spécialiste (Track B)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8200" y="2875625"/>
            <a:ext cx="5700000" cy="1400000"/>
          </a:xfrm>
          <a:prstGeom prst="rect">
            <a:avLst/>
          </a:prstGeom>
          <a:solidFill>
            <a:srgbClr val="0D1233"/>
          </a:solidFill>
          <a:ln w="1270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0" tIns="120000"/>
          <a:lstStyle/>
          <a:p>
            <a:pPr algn="l"/>
            <a:r>
              <a:rPr sz="1200">
                <a:solidFill>
                  <a:srgbClr val="6BFF9E"/>
                </a:solidFill>
                <a:latin typeface="Courier New"/>
              </a:rPr>
              <a:t>$ kreport2krona.py -r report.txt \</a:t>
            </a:r>
          </a:p>
          <a:p>
            <a:pPr algn="l"/>
            <a:r>
              <a:rPr sz="1200">
                <a:solidFill>
                  <a:srgbClr val="6BFF9E"/>
                </a:solidFill>
                <a:latin typeface="Courier New"/>
              </a:rPr>
              <a:t>    -o sample.krona.txt</a:t>
            </a:r>
          </a:p>
          <a:p>
            <a:pPr algn="l"/>
            <a:r>
              <a:rPr sz="1200">
                <a:solidFill>
                  <a:srgbClr val="6BFF9E"/>
                </a:solidFill>
                <a:latin typeface="Courier New"/>
              </a:rPr>
              <a:t>$ ktImportText sample.krona.txt \</a:t>
            </a:r>
          </a:p>
          <a:p>
            <a:pPr algn="l"/>
            <a:r>
              <a:rPr sz="1200">
                <a:solidFill>
                  <a:srgbClr val="6BFF9E"/>
                </a:solidFill>
                <a:latin typeface="Courier New"/>
              </a:rPr>
              <a:t>    -o sample_krona.html</a:t>
            </a:r>
          </a:p>
        </p:txBody>
      </p:sp>
      <p:pic>
        <p:nvPicPr>
          <p:cNvPr id="12" name="Picture 11" descr="jour4_krona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8200" y="1825625"/>
            <a:ext cx="4585600" cy="2511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182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59E9B-A930-49DC-5436-FF1410A57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6419F-8479-69A0-8825-6B1A300BD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30721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en-ML" sz="3600" b="1" dirty="0">
                <a:solidFill>
                  <a:schemeClr val="bg1"/>
                </a:solidFill>
              </a:rPr>
              <a:t>  </a:t>
            </a:r>
            <a:r>
              <a:rPr lang="en-US" dirty="0">
                <a:solidFill>
                  <a:schemeClr val="bg1"/>
                </a:solidFill>
              </a:rPr>
              <a:t>De la bio-informatique à DHIS2 / IDSR</a:t>
            </a:r>
            <a:endParaRPr lang="en-ML" sz="3600" b="1" dirty="0">
              <a:solidFill>
                <a:schemeClr val="bg1"/>
              </a:solidFill>
            </a:endParaRPr>
          </a:p>
        </p:txBody>
      </p:sp>
      <p:pic>
        <p:nvPicPr>
          <p:cNvPr id="4" name="Picture 2" descr="INSP Mali – Institut National de Santé Publique">
            <a:extLst>
              <a:ext uri="{FF2B5EF4-FFF2-40B4-BE49-F238E27FC236}">
                <a16:creationId xmlns:a16="http://schemas.microsoft.com/office/drawing/2014/main" id="{B75F9D58-50E2-883B-AF52-73F604A41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9663" y="6042130"/>
            <a:ext cx="1540042" cy="645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43001F6-558F-8F1B-124A-856110C50EF9}"/>
              </a:ext>
            </a:extLst>
          </p:cNvPr>
          <p:cNvCxnSpPr/>
          <p:nvPr/>
        </p:nvCxnSpPr>
        <p:spPr>
          <a:xfrm>
            <a:off x="529389" y="6384758"/>
            <a:ext cx="100102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9B5500F-4783-2A36-F139-4A48EBE58F9C}"/>
              </a:ext>
            </a:extLst>
          </p:cNvPr>
          <p:cNvSpPr txBox="1"/>
          <p:nvPr/>
        </p:nvSpPr>
        <p:spPr>
          <a:xfrm>
            <a:off x="112295" y="6407887"/>
            <a:ext cx="3320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L" sz="1400">
                <a:solidFill>
                  <a:schemeClr val="bg1">
                    <a:lumMod val="50000"/>
                  </a:schemeClr>
                </a:solidFill>
              </a:rPr>
              <a:t>© 2025 INSP All Rigths Reserved.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96F1AB-2C75-82BA-C612-B9949B926828}"/>
              </a:ext>
            </a:extLst>
          </p:cNvPr>
          <p:cNvSpPr txBox="1"/>
          <p:nvPr/>
        </p:nvSpPr>
        <p:spPr>
          <a:xfrm>
            <a:off x="4869067" y="6407887"/>
            <a:ext cx="22779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L" sz="1400">
                <a:solidFill>
                  <a:schemeClr val="bg1">
                    <a:lumMod val="50000"/>
                  </a:schemeClr>
                </a:solidFill>
              </a:rPr>
              <a:t>For Research Use Only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838200" y="1825625"/>
          <a:ext cx="10515600" cy="2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7772400"/>
              </a:tblGrid>
              <a:tr h="55000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Format</a:t>
                      </a:r>
                    </a:p>
                  </a:txBody>
                  <a:tcPr anchor="ctr"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</a:rPr>
                        <a:t>Usage typique</a:t>
                      </a:r>
                    </a:p>
                  </a:txBody>
                  <a:tcPr anchor="ctr">
                    <a:solidFill>
                      <a:srgbClr val="156082"/>
                    </a:solidFill>
                  </a:tcPr>
                </a:tc>
              </a:tr>
              <a:tr h="550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E2841"/>
                          </a:solidFill>
                        </a:rPr>
                        <a:t>CSV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E2841"/>
                          </a:solidFill>
                        </a:rPr>
                        <a:t>Export tabulaire simple pour import manuel/batch dans DHIS2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50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E2841"/>
                          </a:solidFill>
                        </a:rPr>
                        <a:t>JSON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E2841"/>
                          </a:solidFill>
                        </a:rPr>
                        <a:t>Échange structuré via API DHIS2 (dataValueSets), automatisable</a:t>
                      </a:r>
                    </a:p>
                  </a:txBody>
                  <a:tcPr anchor="ctr">
                    <a:solidFill>
                      <a:srgbClr val="E8E8E8"/>
                    </a:solidFill>
                  </a:tcPr>
                </a:tc>
              </a:tr>
              <a:tr h="550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E2841"/>
                          </a:solidFill>
                        </a:rPr>
                        <a:t>API REST DHIS2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0E2841"/>
                          </a:solidFill>
                        </a:rPr>
                        <a:t>Remontée automatique d'un résultat dès sa validation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838200" y="4325625"/>
            <a:ext cx="105156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2841"/>
                </a:solidFill>
              </a:rPr>
              <a:t>•  Un résultat doit toujours être validé par un humain avant remontée automatique dans un système de décision.</a:t>
            </a:r>
          </a:p>
        </p:txBody>
      </p:sp>
    </p:spTree>
    <p:extLst>
      <p:ext uri="{BB962C8B-B14F-4D97-AF65-F5344CB8AC3E}">
        <p14:creationId xmlns:p14="http://schemas.microsoft.com/office/powerpoint/2010/main" val="3987182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59E9B-A930-49DC-5436-FF1410A57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6419F-8479-69A0-8825-6B1A300BD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30721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en-ML" sz="3600" b="1" dirty="0">
                <a:solidFill>
                  <a:schemeClr val="bg1"/>
                </a:solidFill>
              </a:rPr>
              <a:t>  </a:t>
            </a:r>
            <a:r>
              <a:rPr lang="en-US" dirty="0">
                <a:solidFill>
                  <a:schemeClr val="bg1"/>
                </a:solidFill>
              </a:rPr>
              <a:t>Le pipeline intégré, de bout en bout</a:t>
            </a:r>
            <a:endParaRPr lang="en-ML" sz="3600" b="1" dirty="0">
              <a:solidFill>
                <a:schemeClr val="bg1"/>
              </a:solidFill>
            </a:endParaRPr>
          </a:p>
        </p:txBody>
      </p:sp>
      <p:pic>
        <p:nvPicPr>
          <p:cNvPr id="4" name="Picture 2" descr="INSP Mali – Institut National de Santé Publique">
            <a:extLst>
              <a:ext uri="{FF2B5EF4-FFF2-40B4-BE49-F238E27FC236}">
                <a16:creationId xmlns:a16="http://schemas.microsoft.com/office/drawing/2014/main" id="{B75F9D58-50E2-883B-AF52-73F604A41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9663" y="6042130"/>
            <a:ext cx="1540042" cy="645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43001F6-558F-8F1B-124A-856110C50EF9}"/>
              </a:ext>
            </a:extLst>
          </p:cNvPr>
          <p:cNvCxnSpPr/>
          <p:nvPr/>
        </p:nvCxnSpPr>
        <p:spPr>
          <a:xfrm>
            <a:off x="529389" y="6384758"/>
            <a:ext cx="100102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9B5500F-4783-2A36-F139-4A48EBE58F9C}"/>
              </a:ext>
            </a:extLst>
          </p:cNvPr>
          <p:cNvSpPr txBox="1"/>
          <p:nvPr/>
        </p:nvSpPr>
        <p:spPr>
          <a:xfrm>
            <a:off x="112295" y="6407887"/>
            <a:ext cx="3320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L" sz="1400">
                <a:solidFill>
                  <a:schemeClr val="bg1">
                    <a:lumMod val="50000"/>
                  </a:schemeClr>
                </a:solidFill>
              </a:rPr>
              <a:t>© 2025 INSP All Rigths Reserved.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96F1AB-2C75-82BA-C612-B9949B926828}"/>
              </a:ext>
            </a:extLst>
          </p:cNvPr>
          <p:cNvSpPr txBox="1"/>
          <p:nvPr/>
        </p:nvSpPr>
        <p:spPr>
          <a:xfrm>
            <a:off x="4869067" y="6407887"/>
            <a:ext cx="22779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L" sz="1400">
                <a:solidFill>
                  <a:schemeClr val="bg1">
                    <a:lumMod val="50000"/>
                  </a:schemeClr>
                </a:solidFill>
              </a:rPr>
              <a:t>For Research Use Only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4558DE-AEE8-4727-5CEE-1AE7F141D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1">
                <a:solidFill>
                  <a:srgbClr val="0E2841"/>
                </a:solidFill>
              </a:rPr>
              <a:t>FastQC/Fastp → Kraken2/Bracken → AMRFinderPlus → Snakemake (orchestration) → Export JSON/CSV → DHIS2/IDSR</a:t>
            </a:r>
          </a:p>
          <a:p>
            <a:pPr/>
            <a:r>
              <a:rPr sz="1800" b="0">
                <a:solidFill>
                  <a:srgbClr val="0E2841"/>
                </a:solidFill>
              </a:rPr>
              <a:t>Snakemake orchestre automatiquement l'enchaînement, garantissant la reproductibilité d'un run à l'autre</a:t>
            </a:r>
          </a:p>
          <a:p>
            <a:pPr/>
            <a:r>
              <a:rPr sz="1800" b="0">
                <a:solidFill>
                  <a:srgbClr val="0E2841"/>
                </a:solidFill>
              </a:rPr>
              <a:t/>
            </a:r>
          </a:p>
          <a:p>
            <a:pPr/>
            <a:r>
              <a:rPr sz="1800" b="0">
                <a:solidFill>
                  <a:srgbClr val="0E2841"/>
                </a:solidFill>
              </a:rPr>
              <a:t>Livrable attendu (Track A) : un mini-rapport de résultats par participant — QC, profil taxonomique, gènes ARG détectés, conclusion orientée décision</a:t>
            </a:r>
          </a:p>
        </p:txBody>
      </p:sp>
    </p:spTree>
    <p:extLst>
      <p:ext uri="{BB962C8B-B14F-4D97-AF65-F5344CB8AC3E}">
        <p14:creationId xmlns:p14="http://schemas.microsoft.com/office/powerpoint/2010/main" val="3987182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59E9B-A930-49DC-5436-FF1410A57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6419F-8479-69A0-8825-6B1A300BD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30721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en-ML" sz="3600" b="1" dirty="0">
                <a:solidFill>
                  <a:schemeClr val="bg1"/>
                </a:solidFill>
              </a:rPr>
              <a:t>  </a:t>
            </a:r>
            <a:r>
              <a:rPr lang="en-US" dirty="0">
                <a:solidFill>
                  <a:schemeClr val="bg1"/>
                </a:solidFill>
              </a:rPr>
              <a:t>Simulation "Outbreak X" — le scénario</a:t>
            </a:r>
            <a:endParaRPr lang="en-ML" sz="3600" b="1" dirty="0">
              <a:solidFill>
                <a:schemeClr val="bg1"/>
              </a:solidFill>
            </a:endParaRPr>
          </a:p>
        </p:txBody>
      </p:sp>
      <p:pic>
        <p:nvPicPr>
          <p:cNvPr id="4" name="Picture 2" descr="INSP Mali – Institut National de Santé Publique">
            <a:extLst>
              <a:ext uri="{FF2B5EF4-FFF2-40B4-BE49-F238E27FC236}">
                <a16:creationId xmlns:a16="http://schemas.microsoft.com/office/drawing/2014/main" id="{B75F9D58-50E2-883B-AF52-73F604A41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9663" y="6042130"/>
            <a:ext cx="1540042" cy="645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43001F6-558F-8F1B-124A-856110C50EF9}"/>
              </a:ext>
            </a:extLst>
          </p:cNvPr>
          <p:cNvCxnSpPr/>
          <p:nvPr/>
        </p:nvCxnSpPr>
        <p:spPr>
          <a:xfrm>
            <a:off x="529389" y="6384758"/>
            <a:ext cx="100102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9B5500F-4783-2A36-F139-4A48EBE58F9C}"/>
              </a:ext>
            </a:extLst>
          </p:cNvPr>
          <p:cNvSpPr txBox="1"/>
          <p:nvPr/>
        </p:nvSpPr>
        <p:spPr>
          <a:xfrm>
            <a:off x="112295" y="6407887"/>
            <a:ext cx="3320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L" sz="1400">
                <a:solidFill>
                  <a:schemeClr val="bg1">
                    <a:lumMod val="50000"/>
                  </a:schemeClr>
                </a:solidFill>
              </a:rPr>
              <a:t>© 2025 INSP All Rigths Reserved.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96F1AB-2C75-82BA-C612-B9949B926828}"/>
              </a:ext>
            </a:extLst>
          </p:cNvPr>
          <p:cNvSpPr txBox="1"/>
          <p:nvPr/>
        </p:nvSpPr>
        <p:spPr>
          <a:xfrm>
            <a:off x="4869067" y="6407887"/>
            <a:ext cx="22779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L" sz="1400">
                <a:solidFill>
                  <a:schemeClr val="bg1">
                    <a:lumMod val="50000"/>
                  </a:schemeClr>
                </a:solidFill>
              </a:rPr>
              <a:t>For Research Use Only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4558DE-AEE8-4727-5CEE-1AE7F141D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00000" cy="1100000"/>
          </a:xfrm>
        </p:spPr>
        <p:txBody>
          <a:bodyPr/>
          <a:lstStyle/>
          <a:p>
            <a:pPr/>
            <a:r>
              <a:rPr sz="1400" b="1">
                <a:solidFill>
                  <a:srgbClr val="0E2841"/>
                </a:solidFill>
              </a:rPr>
              <a:t>Émergence simultanée d'un pathogène respiratoire dans 3 régions maliennes — alerte IDSR de niveau 2</a:t>
            </a:r>
          </a:p>
          <a:p>
            <a:pPr/>
            <a:r>
              <a:rPr sz="1400" b="0">
                <a:solidFill>
                  <a:srgbClr val="0E2841"/>
                </a:solidFill>
              </a:rPr>
              <a:t>Objectif : reproduire, en 3h, le circuit complet échantillon → analyse → interprétation → décision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3125625"/>
            <a:ext cx="57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E2841"/>
                </a:solidFill>
              </a:rPr>
              <a:t>•  T+0 — Briefing général, remise des données par région</a:t>
            </a:r>
          </a:p>
          <a:p>
            <a:pPr algn="l"/>
            <a:r>
              <a:rPr sz="1300" b="0">
                <a:solidFill>
                  <a:srgbClr val="0E2841"/>
                </a:solidFill>
              </a:rPr>
              <a:t>•  T+0 à 1h30 — Track A : QC → analyse → annotation</a:t>
            </a:r>
          </a:p>
          <a:p>
            <a:pPr algn="l"/>
            <a:r>
              <a:rPr sz="1300" b="0">
                <a:solidFill>
                  <a:srgbClr val="0E2841"/>
                </a:solidFill>
              </a:rPr>
              <a:t>•  T+1h30 — Synchronisation : transmission du rapport</a:t>
            </a:r>
          </a:p>
          <a:p>
            <a:pPr algn="l"/>
            <a:r>
              <a:rPr sz="1300" b="0">
                <a:solidFill>
                  <a:srgbClr val="0E2841"/>
                </a:solidFill>
              </a:rPr>
              <a:t>•  T+1h30 à 2h30 — Track B : interprétation et décision</a:t>
            </a:r>
          </a:p>
          <a:p>
            <a:pPr algn="l"/>
            <a:r>
              <a:rPr sz="1300" b="0">
                <a:solidFill>
                  <a:srgbClr val="0E2841"/>
                </a:solidFill>
              </a:rPr>
              <a:t>•  T+2h30 à 3h — Debriefing collectif</a:t>
            </a:r>
          </a:p>
        </p:txBody>
      </p:sp>
      <p:pic>
        <p:nvPicPr>
          <p:cNvPr id="12" name="Picture 11" descr="jour5_mali_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8200" y="1825625"/>
            <a:ext cx="4585600" cy="3292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1822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59E9B-A930-49DC-5436-FF1410A57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6419F-8479-69A0-8825-6B1A300BD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30721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en-ML" sz="3600" b="1" dirty="0">
                <a:solidFill>
                  <a:schemeClr val="bg1"/>
                </a:solidFill>
              </a:rPr>
              <a:t>  </a:t>
            </a:r>
            <a:r>
              <a:rPr lang="en-US" dirty="0">
                <a:solidFill>
                  <a:schemeClr val="bg1"/>
                </a:solidFill>
              </a:rPr>
              <a:t>Deux rôles, une seule décision finale</a:t>
            </a:r>
            <a:endParaRPr lang="en-ML" sz="3600" b="1" dirty="0">
              <a:solidFill>
                <a:schemeClr val="bg1"/>
              </a:solidFill>
            </a:endParaRPr>
          </a:p>
        </p:txBody>
      </p:sp>
      <p:pic>
        <p:nvPicPr>
          <p:cNvPr id="4" name="Picture 2" descr="INSP Mali – Institut National de Santé Publique">
            <a:extLst>
              <a:ext uri="{FF2B5EF4-FFF2-40B4-BE49-F238E27FC236}">
                <a16:creationId xmlns:a16="http://schemas.microsoft.com/office/drawing/2014/main" id="{B75F9D58-50E2-883B-AF52-73F604A41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9663" y="6042130"/>
            <a:ext cx="1540042" cy="645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43001F6-558F-8F1B-124A-856110C50EF9}"/>
              </a:ext>
            </a:extLst>
          </p:cNvPr>
          <p:cNvCxnSpPr/>
          <p:nvPr/>
        </p:nvCxnSpPr>
        <p:spPr>
          <a:xfrm>
            <a:off x="529389" y="6384758"/>
            <a:ext cx="100102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9B5500F-4783-2A36-F139-4A48EBE58F9C}"/>
              </a:ext>
            </a:extLst>
          </p:cNvPr>
          <p:cNvSpPr txBox="1"/>
          <p:nvPr/>
        </p:nvSpPr>
        <p:spPr>
          <a:xfrm>
            <a:off x="112295" y="6407887"/>
            <a:ext cx="3320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L" sz="1400">
                <a:solidFill>
                  <a:schemeClr val="bg1">
                    <a:lumMod val="50000"/>
                  </a:schemeClr>
                </a:solidFill>
              </a:rPr>
              <a:t>© 2025 INSP All Rigths Reserved.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96F1AB-2C75-82BA-C612-B9949B926828}"/>
              </a:ext>
            </a:extLst>
          </p:cNvPr>
          <p:cNvSpPr txBox="1"/>
          <p:nvPr/>
        </p:nvSpPr>
        <p:spPr>
          <a:xfrm>
            <a:off x="4869067" y="6407887"/>
            <a:ext cx="22779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L" sz="1400">
                <a:solidFill>
                  <a:schemeClr val="bg1">
                    <a:lumMod val="50000"/>
                  </a:schemeClr>
                </a:solidFill>
              </a:rPr>
              <a:t>For Research Use Only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4558DE-AEE8-4727-5CEE-1AE7F141D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1">
                <a:solidFill>
                  <a:srgbClr val="0E2841"/>
                </a:solidFill>
              </a:rPr>
              <a:t>Track A — Équipe bio-informatique terrain</a:t>
            </a:r>
          </a:p>
          <a:p>
            <a:pPr lvl="1"/>
            <a:r>
              <a:rPr sz="1800" b="0">
                <a:solidFill>
                  <a:srgbClr val="0E2841"/>
                </a:solidFill>
              </a:rPr>
              <a:t>Réception des données, QC, analyse, annotation ARG/taxonomie</a:t>
            </a:r>
          </a:p>
          <a:p>
            <a:pPr lvl="1"/>
            <a:r>
              <a:rPr sz="1800" b="0">
                <a:solidFill>
                  <a:srgbClr val="0E2841"/>
                </a:solidFill>
              </a:rPr>
              <a:t>Rapport clair, sans jargon non expliqué</a:t>
            </a:r>
          </a:p>
          <a:p>
            <a:pPr/>
            <a:r>
              <a:rPr sz="1800" b="0">
                <a:solidFill>
                  <a:srgbClr val="0E2841"/>
                </a:solidFill>
              </a:rPr>
              <a:t/>
            </a:r>
          </a:p>
          <a:p>
            <a:pPr/>
            <a:r>
              <a:rPr sz="1800" b="1">
                <a:solidFill>
                  <a:srgbClr val="0E2841"/>
                </a:solidFill>
              </a:rPr>
              <a:t>Track B — Cellule de crise et décision</a:t>
            </a:r>
          </a:p>
          <a:p>
            <a:pPr lvl="1"/>
            <a:r>
              <a:rPr sz="1800" b="0">
                <a:solidFill>
                  <a:srgbClr val="0E2841"/>
                </a:solidFill>
              </a:rPr>
              <a:t>Analyse du rapport, questions de clarification</a:t>
            </a:r>
          </a:p>
          <a:p>
            <a:pPr lvl="1"/>
            <a:r>
              <a:rPr sz="1800" b="0">
                <a:solidFill>
                  <a:srgbClr val="0E2841"/>
                </a:solidFill>
              </a:rPr>
              <a:t>Décision motivée par au moins 2 faits concrets</a:t>
            </a:r>
          </a:p>
        </p:txBody>
      </p:sp>
    </p:spTree>
    <p:extLst>
      <p:ext uri="{BB962C8B-B14F-4D97-AF65-F5344CB8AC3E}">
        <p14:creationId xmlns:p14="http://schemas.microsoft.com/office/powerpoint/2010/main" val="39871822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59E9B-A930-49DC-5436-FF1410A57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6419F-8479-69A0-8825-6B1A300BD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30721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en-ML" sz="3600" b="1" dirty="0">
                <a:solidFill>
                  <a:schemeClr val="bg1"/>
                </a:solidFill>
              </a:rPr>
              <a:t>  </a:t>
            </a:r>
            <a:r>
              <a:rPr lang="en-US" dirty="0">
                <a:solidFill>
                  <a:schemeClr val="bg1"/>
                </a:solidFill>
              </a:rPr>
              <a:t>Livrables attendus et debriefing</a:t>
            </a:r>
            <a:endParaRPr lang="en-ML" sz="3600" b="1" dirty="0">
              <a:solidFill>
                <a:schemeClr val="bg1"/>
              </a:solidFill>
            </a:endParaRPr>
          </a:p>
        </p:txBody>
      </p:sp>
      <p:pic>
        <p:nvPicPr>
          <p:cNvPr id="4" name="Picture 2" descr="INSP Mali – Institut National de Santé Publique">
            <a:extLst>
              <a:ext uri="{FF2B5EF4-FFF2-40B4-BE49-F238E27FC236}">
                <a16:creationId xmlns:a16="http://schemas.microsoft.com/office/drawing/2014/main" id="{B75F9D58-50E2-883B-AF52-73F604A41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9663" y="6042130"/>
            <a:ext cx="1540042" cy="645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43001F6-558F-8F1B-124A-856110C50EF9}"/>
              </a:ext>
            </a:extLst>
          </p:cNvPr>
          <p:cNvCxnSpPr/>
          <p:nvPr/>
        </p:nvCxnSpPr>
        <p:spPr>
          <a:xfrm>
            <a:off x="529389" y="6384758"/>
            <a:ext cx="100102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9B5500F-4783-2A36-F139-4A48EBE58F9C}"/>
              </a:ext>
            </a:extLst>
          </p:cNvPr>
          <p:cNvSpPr txBox="1"/>
          <p:nvPr/>
        </p:nvSpPr>
        <p:spPr>
          <a:xfrm>
            <a:off x="112295" y="6407887"/>
            <a:ext cx="3320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L" sz="1400">
                <a:solidFill>
                  <a:schemeClr val="bg1">
                    <a:lumMod val="50000"/>
                  </a:schemeClr>
                </a:solidFill>
              </a:rPr>
              <a:t>© 2025 INSP All Rigths Reserved.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96F1AB-2C75-82BA-C612-B9949B926828}"/>
              </a:ext>
            </a:extLst>
          </p:cNvPr>
          <p:cNvSpPr txBox="1"/>
          <p:nvPr/>
        </p:nvSpPr>
        <p:spPr>
          <a:xfrm>
            <a:off x="4869067" y="6407887"/>
            <a:ext cx="22779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L" sz="1400">
                <a:solidFill>
                  <a:schemeClr val="bg1">
                    <a:lumMod val="50000"/>
                  </a:schemeClr>
                </a:solidFill>
              </a:rPr>
              <a:t>For Research Use Only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4558DE-AEE8-4727-5CEE-1AE7F141D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700" b="0">
                <a:solidFill>
                  <a:srgbClr val="0E2841"/>
                </a:solidFill>
              </a:rPr>
              <a:t>Rapport d'analyse bio-informatique (Track A) : échantillons, QC, résultats, limites</a:t>
            </a:r>
          </a:p>
          <a:p>
            <a:pPr/>
            <a:r>
              <a:rPr sz="1700" b="0">
                <a:solidFill>
                  <a:srgbClr val="0E2841"/>
                </a:solidFill>
              </a:rPr>
              <a:t>Décision de santé publique motivée (Track B) : synthèse, éléments, décision, prochaines étapes</a:t>
            </a:r>
          </a:p>
          <a:p>
            <a:pPr/>
            <a:r>
              <a:rPr sz="1700" b="0">
                <a:solidFill>
                  <a:srgbClr val="0E2841"/>
                </a:solidFill>
              </a:rPr>
              <a:t/>
            </a:r>
          </a:p>
          <a:p>
            <a:pPr/>
            <a:r>
              <a:rPr sz="1700" b="1">
                <a:solidFill>
                  <a:srgbClr val="0E2841"/>
                </a:solidFill>
              </a:rPr>
              <a:t>Questions de debriefing collectif :</a:t>
            </a:r>
          </a:p>
          <a:p>
            <a:pPr lvl="1"/>
            <a:r>
              <a:rPr sz="1700" b="0">
                <a:solidFill>
                  <a:srgbClr val="0E2841"/>
                </a:solidFill>
              </a:rPr>
              <a:t>Le rapport était-il compréhensible et actionnable ?</a:t>
            </a:r>
          </a:p>
          <a:p>
            <a:pPr lvl="1"/>
            <a:r>
              <a:rPr sz="1700" b="0">
                <a:solidFill>
                  <a:srgbClr val="0E2841"/>
                </a:solidFill>
              </a:rPr>
              <a:t>Quel a été le principal goulot d'étranglement ?</a:t>
            </a:r>
          </a:p>
          <a:p>
            <a:pPr lvl="1"/>
            <a:r>
              <a:rPr sz="1700" b="0">
                <a:solidFill>
                  <a:srgbClr val="0E2841"/>
                </a:solidFill>
              </a:rPr>
              <a:t>Que faudrait-il changer dans le circuit réel INSP ?</a:t>
            </a:r>
          </a:p>
        </p:txBody>
      </p:sp>
    </p:spTree>
    <p:extLst>
      <p:ext uri="{BB962C8B-B14F-4D97-AF65-F5344CB8AC3E}">
        <p14:creationId xmlns:p14="http://schemas.microsoft.com/office/powerpoint/2010/main" val="39871822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59E9B-A930-49DC-5436-FF1410A57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6419F-8479-69A0-8825-6B1A300BD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930721"/>
          </a:xfrm>
          <a:blipFill>
            <a:blip r:embed="rId2"/>
            <a:stretch>
              <a:fillRect/>
            </a:stretch>
          </a:blipFill>
        </p:spPr>
        <p:txBody>
          <a:bodyPr>
            <a:normAutofit/>
          </a:bodyPr>
          <a:lstStyle/>
          <a:p>
            <a:r>
              <a:rPr lang="en-ML" sz="3600" b="1" dirty="0">
                <a:solidFill>
                  <a:schemeClr val="bg1"/>
                </a:solidFill>
              </a:rPr>
              <a:t>  </a:t>
            </a:r>
            <a:r>
              <a:rPr lang="en-US" dirty="0">
                <a:solidFill>
                  <a:schemeClr val="bg1"/>
                </a:solidFill>
              </a:rPr>
              <a:t>Fin de journée</a:t>
            </a:r>
            <a:endParaRPr lang="en-ML" sz="3600" b="1" dirty="0">
              <a:solidFill>
                <a:schemeClr val="bg1"/>
              </a:solidFill>
            </a:endParaRPr>
          </a:p>
        </p:txBody>
      </p:sp>
      <p:pic>
        <p:nvPicPr>
          <p:cNvPr id="4" name="Picture 2" descr="INSP Mali – Institut National de Santé Publique">
            <a:extLst>
              <a:ext uri="{FF2B5EF4-FFF2-40B4-BE49-F238E27FC236}">
                <a16:creationId xmlns:a16="http://schemas.microsoft.com/office/drawing/2014/main" id="{B75F9D58-50E2-883B-AF52-73F604A41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9663" y="6042130"/>
            <a:ext cx="1540042" cy="645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43001F6-558F-8F1B-124A-856110C50EF9}"/>
              </a:ext>
            </a:extLst>
          </p:cNvPr>
          <p:cNvCxnSpPr/>
          <p:nvPr/>
        </p:nvCxnSpPr>
        <p:spPr>
          <a:xfrm>
            <a:off x="529389" y="6384758"/>
            <a:ext cx="100102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9B5500F-4783-2A36-F139-4A48EBE58F9C}"/>
              </a:ext>
            </a:extLst>
          </p:cNvPr>
          <p:cNvSpPr txBox="1"/>
          <p:nvPr/>
        </p:nvSpPr>
        <p:spPr>
          <a:xfrm>
            <a:off x="112295" y="6407887"/>
            <a:ext cx="3320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L" sz="1400">
                <a:solidFill>
                  <a:schemeClr val="bg1">
                    <a:lumMod val="50000"/>
                  </a:schemeClr>
                </a:solidFill>
              </a:rPr>
              <a:t>© 2025 INSP All Rigths Reserved.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96F1AB-2C75-82BA-C612-B9949B926828}"/>
              </a:ext>
            </a:extLst>
          </p:cNvPr>
          <p:cNvSpPr txBox="1"/>
          <p:nvPr/>
        </p:nvSpPr>
        <p:spPr>
          <a:xfrm>
            <a:off x="4869067" y="6407887"/>
            <a:ext cx="22779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L" sz="1400">
                <a:solidFill>
                  <a:schemeClr val="bg1">
                    <a:lumMod val="50000"/>
                  </a:schemeClr>
                </a:solidFill>
              </a:rPr>
              <a:t>For Research Use Only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4558DE-AEE8-4727-5CEE-1AE7F141D6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900" b="1">
                <a:solidFill>
                  <a:srgbClr val="0E2841"/>
                </a:solidFill>
              </a:rPr>
              <a:t>Bravo pour cette journée dense — Modules 5, 6 et simulation complète !</a:t>
            </a:r>
          </a:p>
          <a:p>
            <a:pPr/>
            <a:r>
              <a:rPr sz="1900" b="0">
                <a:solidFill>
                  <a:srgbClr val="0E2841"/>
                </a:solidFill>
              </a:rPr>
              <a:t>Les goulots d'étranglement identifiés aujourd'hui seront repris demain pour amender le Plan National Bio-informatique 2026–2028</a:t>
            </a:r>
          </a:p>
        </p:txBody>
      </p:sp>
    </p:spTree>
    <p:extLst>
      <p:ext uri="{BB962C8B-B14F-4D97-AF65-F5344CB8AC3E}">
        <p14:creationId xmlns:p14="http://schemas.microsoft.com/office/powerpoint/2010/main" val="39871822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29000" r="-2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9E5937-F8E5-5161-3A05-A03CFF319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B402FE-488C-6B33-AA33-F3C0704BE9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4883" y="2036763"/>
            <a:ext cx="9144000" cy="2387600"/>
          </a:xfrm>
        </p:spPr>
        <p:txBody>
          <a:bodyPr>
            <a:normAutofit/>
          </a:bodyPr>
          <a:lstStyle/>
          <a:p>
            <a:pPr algn="l"/>
            <a:r>
              <a:rPr lang="en-US" sz="5400" b="1">
                <a:solidFill>
                  <a:schemeClr val="bg1"/>
                </a:solidFill>
              </a:rPr>
              <a:t>Merci !</a:t>
            </a:r>
            <a:endParaRPr lang="en-ML" sz="5400" b="1" dirty="0">
              <a:solidFill>
                <a:schemeClr val="bg1"/>
              </a:solidFill>
            </a:endParaRPr>
          </a:p>
        </p:txBody>
      </p:sp>
      <p:pic>
        <p:nvPicPr>
          <p:cNvPr id="1026" name="Picture 2" descr="INSP Mali – Institut National de Santé Publique">
            <a:extLst>
              <a:ext uri="{FF2B5EF4-FFF2-40B4-BE49-F238E27FC236}">
                <a16:creationId xmlns:a16="http://schemas.microsoft.com/office/drawing/2014/main" id="{3755CE3A-0454-8E8A-5837-5D702C9E8C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8513" y="191345"/>
            <a:ext cx="3020370" cy="126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8E7AB0F-5245-0D9A-1D94-A5ACE72AD158}"/>
              </a:ext>
            </a:extLst>
          </p:cNvPr>
          <p:cNvSpPr txBox="1"/>
          <p:nvPr/>
        </p:nvSpPr>
        <p:spPr>
          <a:xfrm>
            <a:off x="4435642" y="6467845"/>
            <a:ext cx="33207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L" sz="1400">
                <a:solidFill>
                  <a:schemeClr val="bg1"/>
                </a:solidFill>
              </a:rPr>
              <a:t>© 2025 INSP All Rigths Reserved.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3A07E8-61BC-8826-8301-B8D2CBB689B0}"/>
              </a:ext>
            </a:extLst>
          </p:cNvPr>
          <p:cNvSpPr txBox="1"/>
          <p:nvPr/>
        </p:nvSpPr>
        <p:spPr>
          <a:xfrm>
            <a:off x="144379" y="5808979"/>
            <a:ext cx="33207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ML" b="1" dirty="0">
                <a:solidFill>
                  <a:schemeClr val="bg2">
                    <a:lumMod val="25000"/>
                  </a:schemeClr>
                </a:solidFill>
              </a:rPr>
              <a:t>Alhadji A. Dicko, PharmD</a:t>
            </a:r>
          </a:p>
        </p:txBody>
      </p:sp>
      <p:sp>
        <p:nvSpPr>
          <p:cNvPr id="1027" name="TextBox 1026"/>
          <p:cNvSpPr txBox="1"/>
          <p:nvPr/>
        </p:nvSpPr>
        <p:spPr>
          <a:xfrm>
            <a:off x="2654883" y="4450000"/>
            <a:ext cx="914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Rendez-vous demain pour la clôture</a:t>
            </a:r>
          </a:p>
        </p:txBody>
      </p:sp>
    </p:spTree>
    <p:extLst>
      <p:ext uri="{BB962C8B-B14F-4D97-AF65-F5344CB8AC3E}">
        <p14:creationId xmlns:p14="http://schemas.microsoft.com/office/powerpoint/2010/main" val="1394580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1109</Words>
  <Application>Microsoft Macintosh PowerPoint</Application>
  <PresentationFormat>Widescreen</PresentationFormat>
  <Paragraphs>176</Paragraphs>
  <Slides>35</Slides>
  <Notes>1</Notes>
  <HiddenSlides>0</HiddenSlides>
  <MMClips>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Aptos</vt:lpstr>
      <vt:lpstr>Aptos Display</vt:lpstr>
      <vt:lpstr>Arial</vt:lpstr>
      <vt:lpstr>Helvetica</vt:lpstr>
      <vt:lpstr>Office Theme</vt:lpstr>
      <vt:lpstr>MGI DNBSEQ™ Sequencing Technology</vt:lpstr>
      <vt:lpstr>  CONTENTS</vt:lpstr>
      <vt:lpstr>  DNA Library Prep Workflow</vt:lpstr>
      <vt:lpstr>  DNA Fragmentation</vt:lpstr>
      <vt:lpstr>  End Repair and A Tailing</vt:lpstr>
      <vt:lpstr>  Adapter Ligation</vt:lpstr>
      <vt:lpstr>  PCR Amplification</vt:lpstr>
      <vt:lpstr>  QC of Purified PCR Products</vt:lpstr>
      <vt:lpstr>  Library Preparation: Circularization</vt:lpstr>
      <vt:lpstr>  Structure of MGI ssCirDNA Library</vt:lpstr>
      <vt:lpstr>  DNB generation / What is DNA nanoball ?</vt:lpstr>
      <vt:lpstr>  DNB generation / What is DNA nanoball ?</vt:lpstr>
      <vt:lpstr>  DNB generation</vt:lpstr>
      <vt:lpstr>  The generation of DNA nanoball</vt:lpstr>
      <vt:lpstr>  The generation of DNA nanoball</vt:lpstr>
      <vt:lpstr>  DNA nanoball</vt:lpstr>
      <vt:lpstr>  </vt:lpstr>
      <vt:lpstr>  Flow Cell &amp; DNB Loading</vt:lpstr>
      <vt:lpstr>  Flow Cell &amp; DNB Loading</vt:lpstr>
      <vt:lpstr>  Flow Cell &amp; DNB Loading</vt:lpstr>
      <vt:lpstr>  Flow Cell &amp; DNB Loading</vt:lpstr>
      <vt:lpstr>  Patterned array flow cell and DNB loading</vt:lpstr>
      <vt:lpstr>  Duplication Rate</vt:lpstr>
      <vt:lpstr>  Index Hopping</vt:lpstr>
      <vt:lpstr>  Sequencing</vt:lpstr>
      <vt:lpstr>  Sequencing platforms</vt:lpstr>
      <vt:lpstr>  Sequencing platforms</vt:lpstr>
      <vt:lpstr>  Analysis</vt:lpstr>
      <vt:lpstr>  Analysis</vt:lpstr>
      <vt:lpstr>  Analysis</vt:lpstr>
      <vt:lpstr>  Analysis</vt:lpstr>
      <vt:lpstr>  Analysis</vt:lpstr>
      <vt:lpstr>  Analysis</vt:lpstr>
      <vt:lpstr>  Review</vt:lpstr>
      <vt:lpstr>Thank You .!.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DICKO Alhadji A</dc:creator>
  <cp:lastModifiedBy>Alhadji Alassane Dicko</cp:lastModifiedBy>
  <cp:revision>4</cp:revision>
  <dcterms:created xsi:type="dcterms:W3CDTF">2025-01-04T18:16:03Z</dcterms:created>
  <dcterms:modified xsi:type="dcterms:W3CDTF">2025-08-07T00:38:54Z</dcterms:modified>
</cp:coreProperties>
</file>